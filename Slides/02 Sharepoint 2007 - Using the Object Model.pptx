
<file path=[Content_Types].xml><?xml version="1.0" encoding="utf-8"?>
<Types xmlns="http://schemas.openxmlformats.org/package/2006/content-types">
  <Override PartName="/ppt/slides/slide29.xml" ContentType="application/vnd.openxmlformats-officedocument.presentationml.slide+xml"/>
  <Override PartName="/ppt/slides/slide47.xml" ContentType="application/vnd.openxmlformats-officedocument.presentationml.slide+xml"/>
  <Override PartName="/ppt/notesSlides/notesSlide2.xml" ContentType="application/vnd.openxmlformats-officedocument.presentationml.notesSlide+xml"/>
  <Override PartName="/customXml/itemProps1.xml" ContentType="application/vnd.openxmlformats-officedocument.customXmlProperties+xml"/>
  <Override PartName="/ppt/slides/slide4.xml" ContentType="application/vnd.openxmlformats-officedocument.presentationml.slide+xml"/>
  <Override PartName="/ppt/slides/slide18.xml" ContentType="application/vnd.openxmlformats-officedocument.presentationml.slide+xml"/>
  <Override PartName="/ppt/slides/slide36.xml" ContentType="application/vnd.openxmlformats-officedocument.presentationml.slide+xml"/>
  <Override PartName="/ppt/slideLayouts/slideLayout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s/slide2.xml" ContentType="application/vnd.openxmlformats-officedocument.presentationml.slide+xml"/>
  <Override PartName="/ppt/slides/slide16.xml" ContentType="application/vnd.openxmlformats-officedocument.presentationml.slide+xml"/>
  <Override PartName="/ppt/slides/slide25.xml" ContentType="application/vnd.openxmlformats-officedocument.presentationml.slide+xml"/>
  <Override PartName="/ppt/slides/slide34.xml" ContentType="application/vnd.openxmlformats-officedocument.presentationml.slide+xml"/>
  <Override PartName="/ppt/slides/slide43.xml" ContentType="application/vnd.openxmlformats-officedocument.presentationml.slide+xml"/>
  <Override PartName="/ppt/slides/slide52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15.xml" ContentType="application/vnd.openxmlformats-officedocument.presentationml.slideLayout+xml"/>
  <Default Extension="rels" ContentType="application/vnd.openxmlformats-package.relationships+xml"/>
  <Default Extension="xml" ContentType="application/xml"/>
  <Override PartName="/ppt/slides/slide14.xml" ContentType="application/vnd.openxmlformats-officedocument.presentationml.slide+xml"/>
  <Override PartName="/ppt/slides/slide23.xml" ContentType="application/vnd.openxmlformats-officedocument.presentationml.slide+xml"/>
  <Override PartName="/ppt/slides/slide32.xml" ContentType="application/vnd.openxmlformats-officedocument.presentationml.slide+xml"/>
  <Override PartName="/ppt/slides/slide41.xml" ContentType="application/vnd.openxmlformats-officedocument.presentationml.slide+xml"/>
  <Override PartName="/ppt/slides/slide50.xml" ContentType="application/vnd.openxmlformats-officedocument.presentationml.slide+xml"/>
  <Override PartName="/ppt/notesMasters/notesMaster1.xml" ContentType="application/vnd.openxmlformats-officedocument.presentationml.notesMaster+xml"/>
  <Override PartName="/ppt/slideLayouts/slideLayout13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s/slide10.xml" ContentType="application/vnd.openxmlformats-officedocument.presentationml.slide+xml"/>
  <Override PartName="/ppt/slides/slide12.xml" ContentType="application/vnd.openxmlformats-officedocument.presentationml.slide+xml"/>
  <Override PartName="/ppt/slides/slide21.xml" ContentType="application/vnd.openxmlformats-officedocument.presentationml.slide+xml"/>
  <Override PartName="/ppt/slides/slide30.xml" ContentType="application/vnd.openxmlformats-officedocument.presentationml.slide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20.xml" ContentType="application/vnd.openxmlformats-officedocument.presentationml.slideLayout+xml"/>
  <Override PartName="/docProps/custom.xml" ContentType="application/vnd.openxmlformats-officedocument.custom-properties+xml"/>
  <Override PartName="/ppt/diagrams/layout1.xml" ContentType="application/vnd.openxmlformats-officedocument.drawingml.diagramLayout+xml"/>
  <Override PartName="/ppt/slides/slide7.xml" ContentType="application/vnd.openxmlformats-officedocument.presentationml.slide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customXml/itemProps2.xml" ContentType="application/vnd.openxmlformats-officedocument.customXmlProperties+xml"/>
  <Override PartName="/ppt/slides/slide5.xml" ContentType="application/vnd.openxmlformats-officedocument.presentationml.slide+xml"/>
  <Override PartName="/ppt/slides/slide19.xml" ContentType="application/vnd.openxmlformats-officedocument.presentationml.slide+xml"/>
  <Override PartName="/ppt/slides/slide28.xml" ContentType="application/vnd.openxmlformats-officedocument.presentationml.slide+xml"/>
  <Override PartName="/ppt/slides/slide39.xml" ContentType="application/vnd.openxmlformats-officedocument.presentationml.slide+xml"/>
  <Override PartName="/ppt/slides/slide48.xml" ContentType="application/vnd.openxmlformats-officedocument.presentationml.slide+xml"/>
  <Override PartName="/ppt/slideLayouts/slideLayout7.xml" ContentType="application/vnd.openxmlformats-officedocument.presentationml.slideLayout+xml"/>
  <Default Extension="png" ContentType="image/png"/>
  <Override PartName="/ppt/notesSlides/notesSlide1.xml" ContentType="application/vnd.openxmlformats-officedocument.presentationml.notesSlide+xml"/>
  <Override PartName="/ppt/slides/slide3.xml" ContentType="application/vnd.openxmlformats-officedocument.presentationml.slide+xml"/>
  <Override PartName="/ppt/slides/slide17.xml" ContentType="application/vnd.openxmlformats-officedocument.presentationml.slide+xml"/>
  <Override PartName="/ppt/slides/slide26.xml" ContentType="application/vnd.openxmlformats-officedocument.presentationml.slide+xml"/>
  <Override PartName="/ppt/slides/slide37.xml" ContentType="application/vnd.openxmlformats-officedocument.presentationml.slide+xml"/>
  <Override PartName="/ppt/slides/slide46.xml" ContentType="application/vnd.openxmlformats-officedocument.presentationml.slide+xml"/>
  <Override PartName="/ppt/presProps.xml" ContentType="application/vnd.openxmlformats-officedocument.presentationml.presProps+xml"/>
  <Override PartName="/ppt/slideLayouts/slideLayout5.xml" ContentType="application/vnd.openxmlformats-officedocument.presentationml.slideLayout+xml"/>
  <Override PartName="/ppt/slideLayouts/slideLayout18.xml" ContentType="application/vnd.openxmlformats-officedocument.presentationml.slideLayout+xml"/>
  <Override PartName="/ppt/theme/theme2.xml" ContentType="application/vnd.openxmlformats-officedocument.theme+xml"/>
  <Override PartName="/ppt/slides/slide1.xml" ContentType="application/vnd.openxmlformats-officedocument.presentationml.slide+xml"/>
  <Override PartName="/ppt/slides/slide15.xml" ContentType="application/vnd.openxmlformats-officedocument.presentationml.slide+xml"/>
  <Override PartName="/ppt/slides/slide24.xml" ContentType="application/vnd.openxmlformats-officedocument.presentationml.slide+xml"/>
  <Override PartName="/ppt/slides/slide33.xml" ContentType="application/vnd.openxmlformats-officedocument.presentationml.slide+xml"/>
  <Override PartName="/ppt/slides/slide35.xml" ContentType="application/vnd.openxmlformats-officedocument.presentationml.slide+xml"/>
  <Override PartName="/ppt/slides/slide44.xml" ContentType="application/vnd.openxmlformats-officedocument.presentationml.slide+xml"/>
  <Override PartName="/ppt/slides/slide53.xml" ContentType="application/vnd.openxmlformats-officedocument.presentationml.slide+xml"/>
  <Default Extension="jpeg" ContentType="image/jpeg"/>
  <Override PartName="/ppt/slideLayouts/slideLayout3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25.xml" ContentType="application/vnd.openxmlformats-officedocument.presentationml.slideLayout+xml"/>
  <Override PartName="/ppt/diagrams/quickStyle1.xml" ContentType="application/vnd.openxmlformats-officedocument.drawingml.diagramStyle+xml"/>
  <Override PartName="/ppt/presentation.xml" ContentType="application/vnd.openxmlformats-officedocument.presentationml.presentation.main+xml"/>
  <Override PartName="/ppt/slides/slide13.xml" ContentType="application/vnd.openxmlformats-officedocument.presentationml.slide+xml"/>
  <Override PartName="/ppt/slides/slide22.xml" ContentType="application/vnd.openxmlformats-officedocument.presentationml.slide+xml"/>
  <Override PartName="/ppt/slides/slide31.xml" ContentType="application/vnd.openxmlformats-officedocument.presentationml.slide+xml"/>
  <Override PartName="/ppt/slides/slide42.xml" ContentType="application/vnd.openxmlformats-officedocument.presentationml.slide+xml"/>
  <Override PartName="/ppt/slides/slide51.xml" ContentType="application/vnd.openxmlformats-officedocument.presentationml.slide+xml"/>
  <Override PartName="/ppt/slideLayouts/slideLayout1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23.xml" ContentType="application/vnd.openxmlformats-officedocument.presentationml.slideLayout+xml"/>
  <Override PartName="/docProps/app.xml" ContentType="application/vnd.openxmlformats-officedocument.extended-properties+xml"/>
  <Override PartName="/ppt/slides/slide11.xml" ContentType="application/vnd.openxmlformats-officedocument.presentationml.slide+xml"/>
  <Override PartName="/ppt/slides/slide20.xml" ContentType="application/vnd.openxmlformats-officedocument.presentationml.slide+xml"/>
  <Override PartName="/ppt/slides/slide40.xml" ContentType="application/vnd.openxmlformats-officedocument.presentationml.slide+xml"/>
  <Override PartName="/ppt/slideLayouts/slideLayout12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10.xml" ContentType="application/vnd.openxmlformats-officedocument.presentationml.slideLayout+xml"/>
  <Default Extension="gif" ContentType="image/gif"/>
  <Override PartName="/ppt/slides/slide8.xml" ContentType="application/vnd.openxmlformats-officedocument.presentationml.slide+xml"/>
  <Override PartName="/ppt/slides/slide49.xml" ContentType="application/vnd.openxmlformats-officedocument.presentationml.slide+xml"/>
  <Override PartName="/ppt/handoutMasters/handoutMaster1.xml" ContentType="application/vnd.openxmlformats-officedocument.presentationml.handoutMaster+xml"/>
  <Override PartName="/ppt/diagrams/data1.xml" ContentType="application/vnd.openxmlformats-officedocument.drawingml.diagramData+xml"/>
  <Override PartName="/docProps/core.xml" ContentType="application/vnd.openxmlformats-package.core-properties+xml"/>
  <Override PartName="/customXml/itemProps3.xml" ContentType="application/vnd.openxmlformats-officedocument.customXmlProperties+xml"/>
  <Override PartName="/ppt/slides/slide6.xml" ContentType="application/vnd.openxmlformats-officedocument.presentationml.slide+xml"/>
  <Override PartName="/ppt/slides/slide38.xml" ContentType="application/vnd.openxmlformats-officedocument.presentationml.slide+xml"/>
  <Override PartName="/ppt/slideLayouts/slideLayout8.xml" ContentType="application/vnd.openxmlformats-officedocument.presentationml.slideLayout+xml"/>
  <Override PartName="/ppt/slideLayouts/slideLayout19.xml" ContentType="application/vnd.openxmlformats-officedocument.presentationml.slideLayout+xml"/>
  <Override PartName="/ppt/diagrams/colors1.xml" ContentType="application/vnd.openxmlformats-officedocument.drawingml.diagramColors+xml"/>
  <Override PartName="/ppt/slideMasters/slideMaster1.xml" ContentType="application/vnd.openxmlformats-officedocument.presentationml.slideMaster+xml"/>
  <Override PartName="/ppt/slides/slide27.xml" ContentType="application/vnd.openxmlformats-officedocument.presentationml.slide+xml"/>
  <Override PartName="/ppt/slides/slide45.xml" ContentType="application/vnd.openxmlformats-officedocument.presentationml.slide+xml"/>
  <Override PartName="/ppt/slideLayouts/slideLayout4.xml" ContentType="application/vnd.openxmlformats-officedocument.presentationml.slideLayout+xml"/>
  <Override PartName="/ppt/theme/theme3.xml" ContentType="application/vnd.openxmlformats-officedocument.theme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07" r:id="rId4"/>
  </p:sldMasterIdLst>
  <p:notesMasterIdLst>
    <p:notesMasterId r:id="rId58"/>
  </p:notesMasterIdLst>
  <p:handoutMasterIdLst>
    <p:handoutMasterId r:id="rId59"/>
  </p:handoutMasterIdLst>
  <p:sldIdLst>
    <p:sldId id="328" r:id="rId5"/>
    <p:sldId id="329" r:id="rId6"/>
    <p:sldId id="390" r:id="rId7"/>
    <p:sldId id="331" r:id="rId8"/>
    <p:sldId id="372" r:id="rId9"/>
    <p:sldId id="332" r:id="rId10"/>
    <p:sldId id="340" r:id="rId11"/>
    <p:sldId id="346" r:id="rId12"/>
    <p:sldId id="345" r:id="rId13"/>
    <p:sldId id="342" r:id="rId14"/>
    <p:sldId id="368" r:id="rId15"/>
    <p:sldId id="343" r:id="rId16"/>
    <p:sldId id="416" r:id="rId17"/>
    <p:sldId id="396" r:id="rId18"/>
    <p:sldId id="397" r:id="rId19"/>
    <p:sldId id="401" r:id="rId20"/>
    <p:sldId id="402" r:id="rId21"/>
    <p:sldId id="408" r:id="rId22"/>
    <p:sldId id="407" r:id="rId23"/>
    <p:sldId id="410" r:id="rId24"/>
    <p:sldId id="335" r:id="rId25"/>
    <p:sldId id="336" r:id="rId26"/>
    <p:sldId id="411" r:id="rId27"/>
    <p:sldId id="403" r:id="rId28"/>
    <p:sldId id="404" r:id="rId29"/>
    <p:sldId id="420" r:id="rId30"/>
    <p:sldId id="348" r:id="rId31"/>
    <p:sldId id="412" r:id="rId32"/>
    <p:sldId id="363" r:id="rId33"/>
    <p:sldId id="351" r:id="rId34"/>
    <p:sldId id="352" r:id="rId35"/>
    <p:sldId id="367" r:id="rId36"/>
    <p:sldId id="353" r:id="rId37"/>
    <p:sldId id="354" r:id="rId38"/>
    <p:sldId id="355" r:id="rId39"/>
    <p:sldId id="418" r:id="rId40"/>
    <p:sldId id="419" r:id="rId41"/>
    <p:sldId id="421" r:id="rId42"/>
    <p:sldId id="386" r:id="rId43"/>
    <p:sldId id="391" r:id="rId44"/>
    <p:sldId id="387" r:id="rId45"/>
    <p:sldId id="393" r:id="rId46"/>
    <p:sldId id="388" r:id="rId47"/>
    <p:sldId id="392" r:id="rId48"/>
    <p:sldId id="394" r:id="rId49"/>
    <p:sldId id="395" r:id="rId50"/>
    <p:sldId id="389" r:id="rId51"/>
    <p:sldId id="381" r:id="rId52"/>
    <p:sldId id="382" r:id="rId53"/>
    <p:sldId id="383" r:id="rId54"/>
    <p:sldId id="384" r:id="rId55"/>
    <p:sldId id="380" r:id="rId56"/>
    <p:sldId id="417" r:id="rId57"/>
  </p:sldIdLst>
  <p:sldSz cx="9144000" cy="6858000" type="screen4x3"/>
  <p:notesSz cx="6797675" cy="9926638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howOutlineIcons="0" horzBarState="maximized">
    <p:restoredLeft sz="15620"/>
    <p:restoredTop sz="87900" autoAdjust="0"/>
  </p:normalViewPr>
  <p:slideViewPr>
    <p:cSldViewPr>
      <p:cViewPr varScale="1">
        <p:scale>
          <a:sx n="107" d="100"/>
          <a:sy n="107" d="100"/>
        </p:scale>
        <p:origin x="-84" y="-150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slide" Target="slides/slide22.xml"/><Relationship Id="rId39" Type="http://schemas.openxmlformats.org/officeDocument/2006/relationships/slide" Target="slides/slide35.xml"/><Relationship Id="rId21" Type="http://schemas.openxmlformats.org/officeDocument/2006/relationships/slide" Target="slides/slide17.xml"/><Relationship Id="rId34" Type="http://schemas.openxmlformats.org/officeDocument/2006/relationships/slide" Target="slides/slide30.xml"/><Relationship Id="rId42" Type="http://schemas.openxmlformats.org/officeDocument/2006/relationships/slide" Target="slides/slide38.xml"/><Relationship Id="rId47" Type="http://schemas.openxmlformats.org/officeDocument/2006/relationships/slide" Target="slides/slide43.xml"/><Relationship Id="rId50" Type="http://schemas.openxmlformats.org/officeDocument/2006/relationships/slide" Target="slides/slide46.xml"/><Relationship Id="rId55" Type="http://schemas.openxmlformats.org/officeDocument/2006/relationships/slide" Target="slides/slide51.xml"/><Relationship Id="rId63" Type="http://schemas.openxmlformats.org/officeDocument/2006/relationships/tableStyles" Target="tableStyles.xml"/><Relationship Id="rId7" Type="http://schemas.openxmlformats.org/officeDocument/2006/relationships/slide" Target="slides/slide3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29" Type="http://schemas.openxmlformats.org/officeDocument/2006/relationships/slide" Target="slides/slide25.xml"/><Relationship Id="rId41" Type="http://schemas.openxmlformats.org/officeDocument/2006/relationships/slide" Target="slides/slide37.xml"/><Relationship Id="rId54" Type="http://schemas.openxmlformats.org/officeDocument/2006/relationships/slide" Target="slides/slide50.xml"/><Relationship Id="rId62" Type="http://schemas.openxmlformats.org/officeDocument/2006/relationships/theme" Target="theme/theme1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32" Type="http://schemas.openxmlformats.org/officeDocument/2006/relationships/slide" Target="slides/slide28.xml"/><Relationship Id="rId37" Type="http://schemas.openxmlformats.org/officeDocument/2006/relationships/slide" Target="slides/slide33.xml"/><Relationship Id="rId40" Type="http://schemas.openxmlformats.org/officeDocument/2006/relationships/slide" Target="slides/slide36.xml"/><Relationship Id="rId45" Type="http://schemas.openxmlformats.org/officeDocument/2006/relationships/slide" Target="slides/slide41.xml"/><Relationship Id="rId53" Type="http://schemas.openxmlformats.org/officeDocument/2006/relationships/slide" Target="slides/slide49.xml"/><Relationship Id="rId58" Type="http://schemas.openxmlformats.org/officeDocument/2006/relationships/notesMaster" Target="notesMasters/notesMaster1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slide" Target="slides/slide24.xml"/><Relationship Id="rId36" Type="http://schemas.openxmlformats.org/officeDocument/2006/relationships/slide" Target="slides/slide32.xml"/><Relationship Id="rId49" Type="http://schemas.openxmlformats.org/officeDocument/2006/relationships/slide" Target="slides/slide45.xml"/><Relationship Id="rId57" Type="http://schemas.openxmlformats.org/officeDocument/2006/relationships/slide" Target="slides/slide53.xml"/><Relationship Id="rId61" Type="http://schemas.openxmlformats.org/officeDocument/2006/relationships/viewProps" Target="viewProps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31" Type="http://schemas.openxmlformats.org/officeDocument/2006/relationships/slide" Target="slides/slide27.xml"/><Relationship Id="rId44" Type="http://schemas.openxmlformats.org/officeDocument/2006/relationships/slide" Target="slides/slide40.xml"/><Relationship Id="rId52" Type="http://schemas.openxmlformats.org/officeDocument/2006/relationships/slide" Target="slides/slide48.xml"/><Relationship Id="rId60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slide" Target="slides/slide23.xml"/><Relationship Id="rId30" Type="http://schemas.openxmlformats.org/officeDocument/2006/relationships/slide" Target="slides/slide26.xml"/><Relationship Id="rId35" Type="http://schemas.openxmlformats.org/officeDocument/2006/relationships/slide" Target="slides/slide31.xml"/><Relationship Id="rId43" Type="http://schemas.openxmlformats.org/officeDocument/2006/relationships/slide" Target="slides/slide39.xml"/><Relationship Id="rId48" Type="http://schemas.openxmlformats.org/officeDocument/2006/relationships/slide" Target="slides/slide44.xml"/><Relationship Id="rId56" Type="http://schemas.openxmlformats.org/officeDocument/2006/relationships/slide" Target="slides/slide52.xml"/><Relationship Id="rId8" Type="http://schemas.openxmlformats.org/officeDocument/2006/relationships/slide" Target="slides/slide4.xml"/><Relationship Id="rId51" Type="http://schemas.openxmlformats.org/officeDocument/2006/relationships/slide" Target="slides/slide47.xml"/><Relationship Id="rId3" Type="http://schemas.openxmlformats.org/officeDocument/2006/relationships/customXml" Target="../customXml/item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slide" Target="slides/slide21.xml"/><Relationship Id="rId33" Type="http://schemas.openxmlformats.org/officeDocument/2006/relationships/slide" Target="slides/slide29.xml"/><Relationship Id="rId38" Type="http://schemas.openxmlformats.org/officeDocument/2006/relationships/slide" Target="slides/slide34.xml"/><Relationship Id="rId46" Type="http://schemas.openxmlformats.org/officeDocument/2006/relationships/slide" Target="slides/slide42.xml"/><Relationship Id="rId59" Type="http://schemas.openxmlformats.org/officeDocument/2006/relationships/handoutMaster" Target="handoutMasters/handoutMaster1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3_2">
  <dgm:title val=""/>
  <dgm:desc val=""/>
  <dgm:catLst>
    <dgm:cat type="accent3" pri="11200"/>
  </dgm:catLst>
  <dgm:styleLbl name="node0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3"/>
    </dgm:fillClrLst>
    <dgm:linClrLst meth="repeat">
      <a:schemeClr val="accent3"/>
    </dgm:linClrLst>
    <dgm:effectClrLst/>
    <dgm:txLinClrLst/>
    <dgm:txFillClrLst/>
    <dgm:txEffectClrLst/>
  </dgm:styleLbl>
  <dgm:styleLbl name="lnNode1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3">
        <a:tint val="60000"/>
      </a:schemeClr>
    </dgm:fillClrLst>
    <dgm:linClrLst meth="repeat">
      <a:schemeClr val="accent3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3">
        <a:tint val="60000"/>
      </a:schemeClr>
    </dgm:fillClrLst>
    <dgm:linClrLst meth="repeat">
      <a:schemeClr val="accent3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3">
        <a:tint val="60000"/>
      </a:schemeClr>
    </dgm:fillClrLst>
    <dgm:linClrLst meth="repeat">
      <a:schemeClr val="accent3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3"/>
    </dgm:fillClrLst>
    <dgm:linClrLst meth="repeat">
      <a:schemeClr val="accent3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3">
        <a:tint val="60000"/>
      </a:schemeClr>
    </dgm:fillClrLst>
    <dgm:linClrLst meth="repeat">
      <a:schemeClr val="accent3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3"/>
    </dgm:fillClrLst>
    <dgm:linClrLst meth="repeat">
      <a:schemeClr val="accent3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/>
    </dgm:fillClrLst>
    <dgm:linClrLst meth="repeat">
      <a:schemeClr val="accent3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3"/>
    </dgm:fillClrLst>
    <dgm:linClrLst meth="repeat">
      <a:schemeClr val="accent3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3"/>
    </dgm:fillClrLst>
    <dgm:linClrLst meth="repeat">
      <a:schemeClr val="accent3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3">
        <a:alpha val="90000"/>
        <a:tint val="40000"/>
      </a:schemeClr>
    </dgm:fillClrLst>
    <dgm:linClrLst meth="repeat">
      <a:schemeClr val="accent3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3">
        <a:alpha val="90000"/>
        <a:tint val="40000"/>
      </a:schemeClr>
    </dgm:fillClrLst>
    <dgm:linClrLst meth="repeat">
      <a:schemeClr val="accent3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3">
        <a:alpha val="90000"/>
        <a:tint val="40000"/>
      </a:schemeClr>
    </dgm:fillClrLst>
    <dgm:linClrLst meth="repeat">
      <a:schemeClr val="accent3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3">
        <a:tint val="4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3">
        <a:shade val="80000"/>
      </a:schemeClr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3">
        <a:tint val="50000"/>
        <a:alpha val="40000"/>
      </a:schemeClr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3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8835AA77-5F91-4191-8FDD-7FA12060060F}" type="doc">
      <dgm:prSet loTypeId="urn:microsoft.com/office/officeart/2005/8/layout/hierarchy3" loCatId="list" qsTypeId="urn:microsoft.com/office/officeart/2005/8/quickstyle/simple2" qsCatId="simple" csTypeId="urn:microsoft.com/office/officeart/2005/8/colors/accent3_2" csCatId="accent3" phldr="1"/>
      <dgm:spPr/>
      <dgm:t>
        <a:bodyPr/>
        <a:lstStyle/>
        <a:p>
          <a:endParaRPr lang="de-AT"/>
        </a:p>
      </dgm:t>
    </dgm:pt>
    <dgm:pt modelId="{87F09F44-C9F2-4392-B670-21D2E2FACC81}">
      <dgm:prSet phldrT="[Text]"/>
      <dgm:spPr/>
      <dgm:t>
        <a:bodyPr/>
        <a:lstStyle/>
        <a:p>
          <a:r>
            <a:rPr lang="de-AT" dirty="0" smtClean="0"/>
            <a:t>SharePoint Content Source</a:t>
          </a:r>
          <a:endParaRPr lang="de-AT" dirty="0"/>
        </a:p>
      </dgm:t>
    </dgm:pt>
    <dgm:pt modelId="{03085054-2430-46EC-8785-66962D9DFF9D}" type="parTrans" cxnId="{B99E75D3-D976-47DD-9F46-7F57EC9A032B}">
      <dgm:prSet/>
      <dgm:spPr/>
      <dgm:t>
        <a:bodyPr/>
        <a:lstStyle/>
        <a:p>
          <a:endParaRPr lang="de-AT"/>
        </a:p>
      </dgm:t>
    </dgm:pt>
    <dgm:pt modelId="{19D995F8-2617-48C5-A072-9AF16A7A7F79}" type="sibTrans" cxnId="{B99E75D3-D976-47DD-9F46-7F57EC9A032B}">
      <dgm:prSet/>
      <dgm:spPr/>
      <dgm:t>
        <a:bodyPr/>
        <a:lstStyle/>
        <a:p>
          <a:endParaRPr lang="de-AT"/>
        </a:p>
      </dgm:t>
    </dgm:pt>
    <dgm:pt modelId="{6B9CD507-1474-4BE3-834B-271B7C5F755F}">
      <dgm:prSet phldrT="[Text]"/>
      <dgm:spPr/>
      <dgm:t>
        <a:bodyPr/>
        <a:lstStyle/>
        <a:p>
          <a:r>
            <a:rPr lang="de-AT" dirty="0" smtClean="0"/>
            <a:t>Web Content Source</a:t>
          </a:r>
          <a:endParaRPr lang="de-AT" dirty="0"/>
        </a:p>
      </dgm:t>
    </dgm:pt>
    <dgm:pt modelId="{973FFC60-CAA1-49F7-826D-DBD24029210B}" type="parTrans" cxnId="{0807061F-EBF8-44EE-BDFE-A5D29AB9669F}">
      <dgm:prSet/>
      <dgm:spPr/>
      <dgm:t>
        <a:bodyPr/>
        <a:lstStyle/>
        <a:p>
          <a:endParaRPr lang="de-AT"/>
        </a:p>
      </dgm:t>
    </dgm:pt>
    <dgm:pt modelId="{A11041AF-E13C-47F7-9BA1-1402A2CD3E20}" type="sibTrans" cxnId="{0807061F-EBF8-44EE-BDFE-A5D29AB9669F}">
      <dgm:prSet/>
      <dgm:spPr/>
      <dgm:t>
        <a:bodyPr/>
        <a:lstStyle/>
        <a:p>
          <a:endParaRPr lang="de-AT"/>
        </a:p>
      </dgm:t>
    </dgm:pt>
    <dgm:pt modelId="{668915A5-5ADA-439D-9FA7-5BE2269A324E}">
      <dgm:prSet phldrT="[Text]"/>
      <dgm:spPr/>
      <dgm:t>
        <a:bodyPr/>
        <a:lstStyle/>
        <a:p>
          <a:r>
            <a:rPr lang="de-AT" dirty="0" smtClean="0"/>
            <a:t>Business Data Content Source</a:t>
          </a:r>
          <a:endParaRPr lang="de-AT" dirty="0"/>
        </a:p>
      </dgm:t>
    </dgm:pt>
    <dgm:pt modelId="{3D5136EA-FFD0-4CC4-8FEE-F17069519862}" type="parTrans" cxnId="{27CAB1E0-1ACF-4D0B-9139-1A5DF4726BC2}">
      <dgm:prSet/>
      <dgm:spPr/>
      <dgm:t>
        <a:bodyPr/>
        <a:lstStyle/>
        <a:p>
          <a:endParaRPr lang="de-AT"/>
        </a:p>
      </dgm:t>
    </dgm:pt>
    <dgm:pt modelId="{CEEADEC8-80D4-4561-9F9F-595B83AF6B18}" type="sibTrans" cxnId="{27CAB1E0-1ACF-4D0B-9139-1A5DF4726BC2}">
      <dgm:prSet/>
      <dgm:spPr/>
      <dgm:t>
        <a:bodyPr/>
        <a:lstStyle/>
        <a:p>
          <a:endParaRPr lang="de-AT"/>
        </a:p>
      </dgm:t>
    </dgm:pt>
    <dgm:pt modelId="{F628DEFC-22F4-4287-8154-4F1874E078BD}">
      <dgm:prSet phldrT="[Text]"/>
      <dgm:spPr/>
      <dgm:t>
        <a:bodyPr/>
        <a:lstStyle/>
        <a:p>
          <a:r>
            <a:rPr lang="de-AT" dirty="0" smtClean="0"/>
            <a:t>Custom Content Source</a:t>
          </a:r>
          <a:endParaRPr lang="de-AT" dirty="0"/>
        </a:p>
      </dgm:t>
    </dgm:pt>
    <dgm:pt modelId="{865B7D1B-3F65-425C-8AE6-E22A130685F3}" type="parTrans" cxnId="{433250C8-5E9F-4718-983C-4FC4E6EA2E13}">
      <dgm:prSet/>
      <dgm:spPr/>
      <dgm:t>
        <a:bodyPr/>
        <a:lstStyle/>
        <a:p>
          <a:endParaRPr lang="de-AT"/>
        </a:p>
      </dgm:t>
    </dgm:pt>
    <dgm:pt modelId="{E919188C-7148-4650-B84B-E74DDD6DFCC9}" type="sibTrans" cxnId="{433250C8-5E9F-4718-983C-4FC4E6EA2E13}">
      <dgm:prSet/>
      <dgm:spPr/>
      <dgm:t>
        <a:bodyPr/>
        <a:lstStyle/>
        <a:p>
          <a:endParaRPr lang="de-AT"/>
        </a:p>
      </dgm:t>
    </dgm:pt>
    <dgm:pt modelId="{82AB1A36-52BC-4216-B511-804E67378B80}">
      <dgm:prSet phldrT="[Text]"/>
      <dgm:spPr/>
      <dgm:t>
        <a:bodyPr/>
        <a:lstStyle/>
        <a:p>
          <a:r>
            <a:rPr lang="de-AT" dirty="0" smtClean="0"/>
            <a:t>Hierachical Content Source</a:t>
          </a:r>
          <a:endParaRPr lang="de-AT" dirty="0"/>
        </a:p>
      </dgm:t>
    </dgm:pt>
    <dgm:pt modelId="{00084C51-B62D-4A09-A198-2B6C6B9308B8}" type="parTrans" cxnId="{28D6F36E-200A-44E3-9181-7272AAFD0D66}">
      <dgm:prSet/>
      <dgm:spPr/>
      <dgm:t>
        <a:bodyPr/>
        <a:lstStyle/>
        <a:p>
          <a:endParaRPr lang="de-AT"/>
        </a:p>
      </dgm:t>
    </dgm:pt>
    <dgm:pt modelId="{ABC1EBBB-97B6-4D9D-BE36-EE3BECCADCC8}" type="sibTrans" cxnId="{28D6F36E-200A-44E3-9181-7272AAFD0D66}">
      <dgm:prSet/>
      <dgm:spPr/>
      <dgm:t>
        <a:bodyPr/>
        <a:lstStyle/>
        <a:p>
          <a:endParaRPr lang="de-AT"/>
        </a:p>
      </dgm:t>
    </dgm:pt>
    <dgm:pt modelId="{70F1BE69-3351-4D0E-A94D-919D2936DBD3}">
      <dgm:prSet phldrT="[Text]"/>
      <dgm:spPr/>
      <dgm:t>
        <a:bodyPr/>
        <a:lstStyle/>
        <a:p>
          <a:r>
            <a:rPr lang="de-AT" dirty="0" smtClean="0"/>
            <a:t>Exchange Public Folder Content Source</a:t>
          </a:r>
          <a:endParaRPr lang="de-AT" dirty="0"/>
        </a:p>
      </dgm:t>
    </dgm:pt>
    <dgm:pt modelId="{73DDFA33-61BE-4D36-BD26-ED7BF0C9B514}" type="parTrans" cxnId="{10621AFE-0B4C-47CD-A236-C33BA724B430}">
      <dgm:prSet/>
      <dgm:spPr/>
      <dgm:t>
        <a:bodyPr/>
        <a:lstStyle/>
        <a:p>
          <a:endParaRPr lang="de-AT"/>
        </a:p>
      </dgm:t>
    </dgm:pt>
    <dgm:pt modelId="{1C755BA6-0A54-45E3-B32D-614F289BE20F}" type="sibTrans" cxnId="{10621AFE-0B4C-47CD-A236-C33BA724B430}">
      <dgm:prSet/>
      <dgm:spPr/>
      <dgm:t>
        <a:bodyPr/>
        <a:lstStyle/>
        <a:p>
          <a:endParaRPr lang="de-AT"/>
        </a:p>
      </dgm:t>
    </dgm:pt>
    <dgm:pt modelId="{B052954F-4E52-4994-97BC-55BFA261566F}">
      <dgm:prSet phldrT="[Text]"/>
      <dgm:spPr/>
      <dgm:t>
        <a:bodyPr/>
        <a:lstStyle/>
        <a:p>
          <a:r>
            <a:rPr lang="de-AT" dirty="0" smtClean="0"/>
            <a:t>File Share Content Source</a:t>
          </a:r>
          <a:endParaRPr lang="de-AT" dirty="0"/>
        </a:p>
      </dgm:t>
    </dgm:pt>
    <dgm:pt modelId="{AC5C056B-0611-402D-9EFB-56E054863288}" type="parTrans" cxnId="{7ADD038D-14B9-4537-B3CC-A412C2A48D86}">
      <dgm:prSet/>
      <dgm:spPr/>
      <dgm:t>
        <a:bodyPr/>
        <a:lstStyle/>
        <a:p>
          <a:endParaRPr lang="de-AT"/>
        </a:p>
      </dgm:t>
    </dgm:pt>
    <dgm:pt modelId="{D2EE6CF4-85FE-42AD-AA8A-72CAC3D72FB7}" type="sibTrans" cxnId="{7ADD038D-14B9-4537-B3CC-A412C2A48D86}">
      <dgm:prSet/>
      <dgm:spPr/>
      <dgm:t>
        <a:bodyPr/>
        <a:lstStyle/>
        <a:p>
          <a:endParaRPr lang="de-AT"/>
        </a:p>
      </dgm:t>
    </dgm:pt>
    <dgm:pt modelId="{8E65A804-DE27-40EC-81FA-4967EEA252BC}">
      <dgm:prSet phldrT="[Text]"/>
      <dgm:spPr/>
      <dgm:t>
        <a:bodyPr/>
        <a:lstStyle/>
        <a:p>
          <a:r>
            <a:rPr lang="de-AT" dirty="0" smtClean="0"/>
            <a:t>Lotus Notes Content Source</a:t>
          </a:r>
          <a:endParaRPr lang="de-AT" dirty="0"/>
        </a:p>
      </dgm:t>
    </dgm:pt>
    <dgm:pt modelId="{0E9EAB76-DE3D-48BA-8E72-49906F122714}" type="parTrans" cxnId="{B0FFEE4C-316A-4AEB-8459-4B25CEEE651E}">
      <dgm:prSet/>
      <dgm:spPr/>
      <dgm:t>
        <a:bodyPr/>
        <a:lstStyle/>
        <a:p>
          <a:endParaRPr lang="de-AT"/>
        </a:p>
      </dgm:t>
    </dgm:pt>
    <dgm:pt modelId="{42A7894C-32FF-4147-BF55-0E4B27F00F32}" type="sibTrans" cxnId="{B0FFEE4C-316A-4AEB-8459-4B25CEEE651E}">
      <dgm:prSet/>
      <dgm:spPr/>
      <dgm:t>
        <a:bodyPr/>
        <a:lstStyle/>
        <a:p>
          <a:endParaRPr lang="de-AT"/>
        </a:p>
      </dgm:t>
    </dgm:pt>
    <dgm:pt modelId="{61924EDE-4517-4E70-95D2-41117F757CBB}">
      <dgm:prSet phldrT="[Text]"/>
      <dgm:spPr/>
      <dgm:t>
        <a:bodyPr/>
        <a:lstStyle/>
        <a:p>
          <a:r>
            <a:rPr lang="de-AT" dirty="0" smtClean="0"/>
            <a:t>...</a:t>
          </a:r>
          <a:endParaRPr lang="de-AT" dirty="0"/>
        </a:p>
      </dgm:t>
    </dgm:pt>
    <dgm:pt modelId="{21111CC6-CE57-4C0A-BB69-EF1C98B9FBC3}" type="parTrans" cxnId="{F615B596-F75F-4D95-8E74-DA75B63C01E9}">
      <dgm:prSet/>
      <dgm:spPr/>
    </dgm:pt>
    <dgm:pt modelId="{ADDAB298-B4BF-430B-81B6-70A2539D6FDB}" type="sibTrans" cxnId="{F615B596-F75F-4D95-8E74-DA75B63C01E9}">
      <dgm:prSet/>
      <dgm:spPr/>
    </dgm:pt>
    <dgm:pt modelId="{C2CD19BB-2936-45F3-A03C-B8B70D302804}" type="pres">
      <dgm:prSet presAssocID="{8835AA77-5F91-4191-8FDD-7FA12060060F}" presName="diagram" presStyleCnt="0">
        <dgm:presLayoutVars>
          <dgm:chPref val="1"/>
          <dgm:dir/>
          <dgm:animOne val="branch"/>
          <dgm:animLvl val="lvl"/>
          <dgm:resizeHandles/>
        </dgm:presLayoutVars>
      </dgm:prSet>
      <dgm:spPr/>
      <dgm:t>
        <a:bodyPr/>
        <a:lstStyle/>
        <a:p>
          <a:endParaRPr lang="de-AT"/>
        </a:p>
      </dgm:t>
    </dgm:pt>
    <dgm:pt modelId="{797A87D2-D352-45D7-89D8-A916DA1088B6}" type="pres">
      <dgm:prSet presAssocID="{87F09F44-C9F2-4392-B670-21D2E2FACC81}" presName="root" presStyleCnt="0"/>
      <dgm:spPr/>
    </dgm:pt>
    <dgm:pt modelId="{1C6850E5-7816-4E43-B741-42E90D21BA87}" type="pres">
      <dgm:prSet presAssocID="{87F09F44-C9F2-4392-B670-21D2E2FACC81}" presName="rootComposite" presStyleCnt="0"/>
      <dgm:spPr/>
    </dgm:pt>
    <dgm:pt modelId="{18B203F1-78F6-4760-9825-7522F6152489}" type="pres">
      <dgm:prSet presAssocID="{87F09F44-C9F2-4392-B670-21D2E2FACC81}" presName="rootText" presStyleLbl="node1" presStyleIdx="0" presStyleCnt="5"/>
      <dgm:spPr/>
      <dgm:t>
        <a:bodyPr/>
        <a:lstStyle/>
        <a:p>
          <a:endParaRPr lang="de-AT"/>
        </a:p>
      </dgm:t>
    </dgm:pt>
    <dgm:pt modelId="{D1927963-1F88-4955-AA97-45EA5D782D63}" type="pres">
      <dgm:prSet presAssocID="{87F09F44-C9F2-4392-B670-21D2E2FACC81}" presName="rootConnector" presStyleLbl="node1" presStyleIdx="0" presStyleCnt="5"/>
      <dgm:spPr/>
      <dgm:t>
        <a:bodyPr/>
        <a:lstStyle/>
        <a:p>
          <a:endParaRPr lang="de-AT"/>
        </a:p>
      </dgm:t>
    </dgm:pt>
    <dgm:pt modelId="{6D020643-3685-49AA-901C-1873BD115CC7}" type="pres">
      <dgm:prSet presAssocID="{87F09F44-C9F2-4392-B670-21D2E2FACC81}" presName="childShape" presStyleCnt="0"/>
      <dgm:spPr/>
    </dgm:pt>
    <dgm:pt modelId="{534C8B4A-F579-4D1B-B4C2-7D4A758C72B0}" type="pres">
      <dgm:prSet presAssocID="{6B9CD507-1474-4BE3-834B-271B7C5F755F}" presName="root" presStyleCnt="0"/>
      <dgm:spPr/>
    </dgm:pt>
    <dgm:pt modelId="{0AB47E88-319A-4EBA-A057-9AB9557E9C29}" type="pres">
      <dgm:prSet presAssocID="{6B9CD507-1474-4BE3-834B-271B7C5F755F}" presName="rootComposite" presStyleCnt="0"/>
      <dgm:spPr/>
    </dgm:pt>
    <dgm:pt modelId="{48EAC658-2682-47A0-BFFE-562414E088F8}" type="pres">
      <dgm:prSet presAssocID="{6B9CD507-1474-4BE3-834B-271B7C5F755F}" presName="rootText" presStyleLbl="node1" presStyleIdx="1" presStyleCnt="5"/>
      <dgm:spPr/>
      <dgm:t>
        <a:bodyPr/>
        <a:lstStyle/>
        <a:p>
          <a:endParaRPr lang="de-AT"/>
        </a:p>
      </dgm:t>
    </dgm:pt>
    <dgm:pt modelId="{8777DEF9-D4E9-4235-A479-8ABF07919022}" type="pres">
      <dgm:prSet presAssocID="{6B9CD507-1474-4BE3-834B-271B7C5F755F}" presName="rootConnector" presStyleLbl="node1" presStyleIdx="1" presStyleCnt="5"/>
      <dgm:spPr/>
      <dgm:t>
        <a:bodyPr/>
        <a:lstStyle/>
        <a:p>
          <a:endParaRPr lang="de-AT"/>
        </a:p>
      </dgm:t>
    </dgm:pt>
    <dgm:pt modelId="{DDAA316F-A8DA-476D-B795-8EBB1D952E70}" type="pres">
      <dgm:prSet presAssocID="{6B9CD507-1474-4BE3-834B-271B7C5F755F}" presName="childShape" presStyleCnt="0"/>
      <dgm:spPr/>
    </dgm:pt>
    <dgm:pt modelId="{A64E8D9A-EA2B-42E3-9DCA-EFDF8DC7A6BF}" type="pres">
      <dgm:prSet presAssocID="{668915A5-5ADA-439D-9FA7-5BE2269A324E}" presName="root" presStyleCnt="0"/>
      <dgm:spPr/>
    </dgm:pt>
    <dgm:pt modelId="{1C68C077-CE20-4169-A4D3-19E7E0B63588}" type="pres">
      <dgm:prSet presAssocID="{668915A5-5ADA-439D-9FA7-5BE2269A324E}" presName="rootComposite" presStyleCnt="0"/>
      <dgm:spPr/>
    </dgm:pt>
    <dgm:pt modelId="{34838EA4-5C80-4278-A024-CD4066BD2C72}" type="pres">
      <dgm:prSet presAssocID="{668915A5-5ADA-439D-9FA7-5BE2269A324E}" presName="rootText" presStyleLbl="node1" presStyleIdx="2" presStyleCnt="5"/>
      <dgm:spPr/>
      <dgm:t>
        <a:bodyPr/>
        <a:lstStyle/>
        <a:p>
          <a:endParaRPr lang="de-AT"/>
        </a:p>
      </dgm:t>
    </dgm:pt>
    <dgm:pt modelId="{AE71C65B-21CA-4078-8E11-378BA2075B83}" type="pres">
      <dgm:prSet presAssocID="{668915A5-5ADA-439D-9FA7-5BE2269A324E}" presName="rootConnector" presStyleLbl="node1" presStyleIdx="2" presStyleCnt="5"/>
      <dgm:spPr/>
      <dgm:t>
        <a:bodyPr/>
        <a:lstStyle/>
        <a:p>
          <a:endParaRPr lang="de-AT"/>
        </a:p>
      </dgm:t>
    </dgm:pt>
    <dgm:pt modelId="{37408AFD-AFE8-4EFC-AA55-EA85A7014122}" type="pres">
      <dgm:prSet presAssocID="{668915A5-5ADA-439D-9FA7-5BE2269A324E}" presName="childShape" presStyleCnt="0"/>
      <dgm:spPr/>
    </dgm:pt>
    <dgm:pt modelId="{F70808B6-3F27-44C2-9D7D-E503254C98F8}" type="pres">
      <dgm:prSet presAssocID="{82AB1A36-52BC-4216-B511-804E67378B80}" presName="root" presStyleCnt="0"/>
      <dgm:spPr/>
    </dgm:pt>
    <dgm:pt modelId="{C8505E54-9BBC-44EA-AEF4-DBBC6C391C75}" type="pres">
      <dgm:prSet presAssocID="{82AB1A36-52BC-4216-B511-804E67378B80}" presName="rootComposite" presStyleCnt="0"/>
      <dgm:spPr/>
    </dgm:pt>
    <dgm:pt modelId="{5CB36AB7-37FC-43DF-90C8-7BB7E2C79556}" type="pres">
      <dgm:prSet presAssocID="{82AB1A36-52BC-4216-B511-804E67378B80}" presName="rootText" presStyleLbl="node1" presStyleIdx="3" presStyleCnt="5"/>
      <dgm:spPr/>
      <dgm:t>
        <a:bodyPr/>
        <a:lstStyle/>
        <a:p>
          <a:endParaRPr lang="de-AT"/>
        </a:p>
      </dgm:t>
    </dgm:pt>
    <dgm:pt modelId="{4E957122-4C97-4462-8F5F-54BDD7B11608}" type="pres">
      <dgm:prSet presAssocID="{82AB1A36-52BC-4216-B511-804E67378B80}" presName="rootConnector" presStyleLbl="node1" presStyleIdx="3" presStyleCnt="5"/>
      <dgm:spPr/>
      <dgm:t>
        <a:bodyPr/>
        <a:lstStyle/>
        <a:p>
          <a:endParaRPr lang="de-AT"/>
        </a:p>
      </dgm:t>
    </dgm:pt>
    <dgm:pt modelId="{1A40EEDE-16A5-4558-8CE2-6BF3C9B11F4A}" type="pres">
      <dgm:prSet presAssocID="{82AB1A36-52BC-4216-B511-804E67378B80}" presName="childShape" presStyleCnt="0"/>
      <dgm:spPr/>
    </dgm:pt>
    <dgm:pt modelId="{4D7FD637-7D56-4CD8-99C8-FD0F25586B49}" type="pres">
      <dgm:prSet presAssocID="{73DDFA33-61BE-4D36-BD26-ED7BF0C9B514}" presName="Name13" presStyleLbl="parChTrans1D2" presStyleIdx="0" presStyleCnt="4"/>
      <dgm:spPr/>
      <dgm:t>
        <a:bodyPr/>
        <a:lstStyle/>
        <a:p>
          <a:endParaRPr lang="de-AT"/>
        </a:p>
      </dgm:t>
    </dgm:pt>
    <dgm:pt modelId="{08964CA4-B620-47AA-B504-75BE74AF8AC7}" type="pres">
      <dgm:prSet presAssocID="{70F1BE69-3351-4D0E-A94D-919D2936DBD3}" presName="childText" presStyleLbl="bgAcc1" presStyleIdx="0" presStyleCnt="4">
        <dgm:presLayoutVars>
          <dgm:bulletEnabled val="1"/>
        </dgm:presLayoutVars>
      </dgm:prSet>
      <dgm:spPr/>
      <dgm:t>
        <a:bodyPr/>
        <a:lstStyle/>
        <a:p>
          <a:endParaRPr lang="de-AT"/>
        </a:p>
      </dgm:t>
    </dgm:pt>
    <dgm:pt modelId="{7DF09506-B1D3-4516-92B8-1133C08DAA51}" type="pres">
      <dgm:prSet presAssocID="{AC5C056B-0611-402D-9EFB-56E054863288}" presName="Name13" presStyleLbl="parChTrans1D2" presStyleIdx="1" presStyleCnt="4"/>
      <dgm:spPr/>
      <dgm:t>
        <a:bodyPr/>
        <a:lstStyle/>
        <a:p>
          <a:endParaRPr lang="de-AT"/>
        </a:p>
      </dgm:t>
    </dgm:pt>
    <dgm:pt modelId="{FACF5701-C15C-48A2-8E42-4BBDBE8FBA55}" type="pres">
      <dgm:prSet presAssocID="{B052954F-4E52-4994-97BC-55BFA261566F}" presName="childText" presStyleLbl="bgAcc1" presStyleIdx="1" presStyleCnt="4">
        <dgm:presLayoutVars>
          <dgm:bulletEnabled val="1"/>
        </dgm:presLayoutVars>
      </dgm:prSet>
      <dgm:spPr/>
      <dgm:t>
        <a:bodyPr/>
        <a:lstStyle/>
        <a:p>
          <a:endParaRPr lang="de-AT"/>
        </a:p>
      </dgm:t>
    </dgm:pt>
    <dgm:pt modelId="{AA45644B-62EE-45D9-A84A-2439B73A9A9E}" type="pres">
      <dgm:prSet presAssocID="{0E9EAB76-DE3D-48BA-8E72-49906F122714}" presName="Name13" presStyleLbl="parChTrans1D2" presStyleIdx="2" presStyleCnt="4"/>
      <dgm:spPr/>
      <dgm:t>
        <a:bodyPr/>
        <a:lstStyle/>
        <a:p>
          <a:endParaRPr lang="de-AT"/>
        </a:p>
      </dgm:t>
    </dgm:pt>
    <dgm:pt modelId="{CB96C9A4-A36C-4E94-98C3-9B3C684BE738}" type="pres">
      <dgm:prSet presAssocID="{8E65A804-DE27-40EC-81FA-4967EEA252BC}" presName="childText" presStyleLbl="bgAcc1" presStyleIdx="2" presStyleCnt="4">
        <dgm:presLayoutVars>
          <dgm:bulletEnabled val="1"/>
        </dgm:presLayoutVars>
      </dgm:prSet>
      <dgm:spPr/>
      <dgm:t>
        <a:bodyPr/>
        <a:lstStyle/>
        <a:p>
          <a:endParaRPr lang="de-AT"/>
        </a:p>
      </dgm:t>
    </dgm:pt>
    <dgm:pt modelId="{281A5200-7EAF-45FB-8E81-75AA2573786D}" type="pres">
      <dgm:prSet presAssocID="{F628DEFC-22F4-4287-8154-4F1874E078BD}" presName="root" presStyleCnt="0"/>
      <dgm:spPr/>
    </dgm:pt>
    <dgm:pt modelId="{E54726EB-08E2-4E34-A383-E1CACE44D0DF}" type="pres">
      <dgm:prSet presAssocID="{F628DEFC-22F4-4287-8154-4F1874E078BD}" presName="rootComposite" presStyleCnt="0"/>
      <dgm:spPr/>
    </dgm:pt>
    <dgm:pt modelId="{DFAE5FF4-572D-415D-AA90-F3F1ED5C2079}" type="pres">
      <dgm:prSet presAssocID="{F628DEFC-22F4-4287-8154-4F1874E078BD}" presName="rootText" presStyleLbl="node1" presStyleIdx="4" presStyleCnt="5"/>
      <dgm:spPr/>
      <dgm:t>
        <a:bodyPr/>
        <a:lstStyle/>
        <a:p>
          <a:endParaRPr lang="de-AT"/>
        </a:p>
      </dgm:t>
    </dgm:pt>
    <dgm:pt modelId="{81ABB41D-8881-4335-B0F7-34479C42B223}" type="pres">
      <dgm:prSet presAssocID="{F628DEFC-22F4-4287-8154-4F1874E078BD}" presName="rootConnector" presStyleLbl="node1" presStyleIdx="4" presStyleCnt="5"/>
      <dgm:spPr/>
      <dgm:t>
        <a:bodyPr/>
        <a:lstStyle/>
        <a:p>
          <a:endParaRPr lang="de-AT"/>
        </a:p>
      </dgm:t>
    </dgm:pt>
    <dgm:pt modelId="{E65CF34B-AC7E-4F3C-82E3-F66780022462}" type="pres">
      <dgm:prSet presAssocID="{F628DEFC-22F4-4287-8154-4F1874E078BD}" presName="childShape" presStyleCnt="0"/>
      <dgm:spPr/>
    </dgm:pt>
    <dgm:pt modelId="{BDFA9CB0-0BBB-487B-949D-EEA0B2848815}" type="pres">
      <dgm:prSet presAssocID="{21111CC6-CE57-4C0A-BB69-EF1C98B9FBC3}" presName="Name13" presStyleLbl="parChTrans1D2" presStyleIdx="3" presStyleCnt="4"/>
      <dgm:spPr/>
    </dgm:pt>
    <dgm:pt modelId="{04B42153-4191-4EA1-98A8-A75113E2F14B}" type="pres">
      <dgm:prSet presAssocID="{61924EDE-4517-4E70-95D2-41117F757CBB}" presName="childText" presStyleLbl="bgAcc1" presStyleIdx="3" presStyleCnt="4">
        <dgm:presLayoutVars>
          <dgm:bulletEnabled val="1"/>
        </dgm:presLayoutVars>
      </dgm:prSet>
      <dgm:spPr/>
      <dgm:t>
        <a:bodyPr/>
        <a:lstStyle/>
        <a:p>
          <a:endParaRPr lang="de-AT"/>
        </a:p>
      </dgm:t>
    </dgm:pt>
  </dgm:ptLst>
  <dgm:cxnLst>
    <dgm:cxn modelId="{10621AFE-0B4C-47CD-A236-C33BA724B430}" srcId="{82AB1A36-52BC-4216-B511-804E67378B80}" destId="{70F1BE69-3351-4D0E-A94D-919D2936DBD3}" srcOrd="0" destOrd="0" parTransId="{73DDFA33-61BE-4D36-BD26-ED7BF0C9B514}" sibTransId="{1C755BA6-0A54-45E3-B32D-614F289BE20F}"/>
    <dgm:cxn modelId="{BA74A301-95EE-4EED-9435-2C61572DA308}" type="presOf" srcId="{B052954F-4E52-4994-97BC-55BFA261566F}" destId="{FACF5701-C15C-48A2-8E42-4BBDBE8FBA55}" srcOrd="0" destOrd="0" presId="urn:microsoft.com/office/officeart/2005/8/layout/hierarchy3"/>
    <dgm:cxn modelId="{5E4312AF-DC7F-4E7A-B642-92EEA22574C5}" type="presOf" srcId="{668915A5-5ADA-439D-9FA7-5BE2269A324E}" destId="{34838EA4-5C80-4278-A024-CD4066BD2C72}" srcOrd="0" destOrd="0" presId="urn:microsoft.com/office/officeart/2005/8/layout/hierarchy3"/>
    <dgm:cxn modelId="{7ADD038D-14B9-4537-B3CC-A412C2A48D86}" srcId="{82AB1A36-52BC-4216-B511-804E67378B80}" destId="{B052954F-4E52-4994-97BC-55BFA261566F}" srcOrd="1" destOrd="0" parTransId="{AC5C056B-0611-402D-9EFB-56E054863288}" sibTransId="{D2EE6CF4-85FE-42AD-AA8A-72CAC3D72FB7}"/>
    <dgm:cxn modelId="{84D046E8-E43D-443B-A91A-B91C517B121B}" type="presOf" srcId="{8E65A804-DE27-40EC-81FA-4967EEA252BC}" destId="{CB96C9A4-A36C-4E94-98C3-9B3C684BE738}" srcOrd="0" destOrd="0" presId="urn:microsoft.com/office/officeart/2005/8/layout/hierarchy3"/>
    <dgm:cxn modelId="{67A08EBB-7155-4ECF-8C73-7CA378C88FA8}" type="presOf" srcId="{F628DEFC-22F4-4287-8154-4F1874E078BD}" destId="{DFAE5FF4-572D-415D-AA90-F3F1ED5C2079}" srcOrd="0" destOrd="0" presId="urn:microsoft.com/office/officeart/2005/8/layout/hierarchy3"/>
    <dgm:cxn modelId="{B99E75D3-D976-47DD-9F46-7F57EC9A032B}" srcId="{8835AA77-5F91-4191-8FDD-7FA12060060F}" destId="{87F09F44-C9F2-4392-B670-21D2E2FACC81}" srcOrd="0" destOrd="0" parTransId="{03085054-2430-46EC-8785-66962D9DFF9D}" sibTransId="{19D995F8-2617-48C5-A072-9AF16A7A7F79}"/>
    <dgm:cxn modelId="{B0FFEE4C-316A-4AEB-8459-4B25CEEE651E}" srcId="{82AB1A36-52BC-4216-B511-804E67378B80}" destId="{8E65A804-DE27-40EC-81FA-4967EEA252BC}" srcOrd="2" destOrd="0" parTransId="{0E9EAB76-DE3D-48BA-8E72-49906F122714}" sibTransId="{42A7894C-32FF-4147-BF55-0E4B27F00F32}"/>
    <dgm:cxn modelId="{F615B596-F75F-4D95-8E74-DA75B63C01E9}" srcId="{F628DEFC-22F4-4287-8154-4F1874E078BD}" destId="{61924EDE-4517-4E70-95D2-41117F757CBB}" srcOrd="0" destOrd="0" parTransId="{21111CC6-CE57-4C0A-BB69-EF1C98B9FBC3}" sibTransId="{ADDAB298-B4BF-430B-81B6-70A2539D6FDB}"/>
    <dgm:cxn modelId="{433250C8-5E9F-4718-983C-4FC4E6EA2E13}" srcId="{8835AA77-5F91-4191-8FDD-7FA12060060F}" destId="{F628DEFC-22F4-4287-8154-4F1874E078BD}" srcOrd="4" destOrd="0" parTransId="{865B7D1B-3F65-425C-8AE6-E22A130685F3}" sibTransId="{E919188C-7148-4650-B84B-E74DDD6DFCC9}"/>
    <dgm:cxn modelId="{406036BB-E4D5-45C4-91C6-263C17DE84D3}" type="presOf" srcId="{0E9EAB76-DE3D-48BA-8E72-49906F122714}" destId="{AA45644B-62EE-45D9-A84A-2439B73A9A9E}" srcOrd="0" destOrd="0" presId="urn:microsoft.com/office/officeart/2005/8/layout/hierarchy3"/>
    <dgm:cxn modelId="{27CAB1E0-1ACF-4D0B-9139-1A5DF4726BC2}" srcId="{8835AA77-5F91-4191-8FDD-7FA12060060F}" destId="{668915A5-5ADA-439D-9FA7-5BE2269A324E}" srcOrd="2" destOrd="0" parTransId="{3D5136EA-FFD0-4CC4-8FEE-F17069519862}" sibTransId="{CEEADEC8-80D4-4561-9F9F-595B83AF6B18}"/>
    <dgm:cxn modelId="{7418117F-4508-4EF8-B53B-F64A6847DC3E}" type="presOf" srcId="{82AB1A36-52BC-4216-B511-804E67378B80}" destId="{5CB36AB7-37FC-43DF-90C8-7BB7E2C79556}" srcOrd="0" destOrd="0" presId="urn:microsoft.com/office/officeart/2005/8/layout/hierarchy3"/>
    <dgm:cxn modelId="{3B67DEAA-67EC-4788-95BE-192824FF1A6C}" type="presOf" srcId="{8835AA77-5F91-4191-8FDD-7FA12060060F}" destId="{C2CD19BB-2936-45F3-A03C-B8B70D302804}" srcOrd="0" destOrd="0" presId="urn:microsoft.com/office/officeart/2005/8/layout/hierarchy3"/>
    <dgm:cxn modelId="{9B4A61E7-1F28-495B-9AF7-B8995A078728}" type="presOf" srcId="{73DDFA33-61BE-4D36-BD26-ED7BF0C9B514}" destId="{4D7FD637-7D56-4CD8-99C8-FD0F25586B49}" srcOrd="0" destOrd="0" presId="urn:microsoft.com/office/officeart/2005/8/layout/hierarchy3"/>
    <dgm:cxn modelId="{A3461CA2-6F7C-4449-A3B9-3F2E65643D50}" type="presOf" srcId="{668915A5-5ADA-439D-9FA7-5BE2269A324E}" destId="{AE71C65B-21CA-4078-8E11-378BA2075B83}" srcOrd="1" destOrd="0" presId="urn:microsoft.com/office/officeart/2005/8/layout/hierarchy3"/>
    <dgm:cxn modelId="{426BEE10-2F87-4A8D-8C7D-69DC1C236089}" type="presOf" srcId="{87F09F44-C9F2-4392-B670-21D2E2FACC81}" destId="{18B203F1-78F6-4760-9825-7522F6152489}" srcOrd="0" destOrd="0" presId="urn:microsoft.com/office/officeart/2005/8/layout/hierarchy3"/>
    <dgm:cxn modelId="{6FC5093D-CE2C-486A-A413-740640BEE470}" type="presOf" srcId="{AC5C056B-0611-402D-9EFB-56E054863288}" destId="{7DF09506-B1D3-4516-92B8-1133C08DAA51}" srcOrd="0" destOrd="0" presId="urn:microsoft.com/office/officeart/2005/8/layout/hierarchy3"/>
    <dgm:cxn modelId="{6B41D3E7-9360-4568-B2FF-5094192A3770}" type="presOf" srcId="{87F09F44-C9F2-4392-B670-21D2E2FACC81}" destId="{D1927963-1F88-4955-AA97-45EA5D782D63}" srcOrd="1" destOrd="0" presId="urn:microsoft.com/office/officeart/2005/8/layout/hierarchy3"/>
    <dgm:cxn modelId="{2489F07A-8093-40DF-99E1-0799D5B92A4E}" type="presOf" srcId="{70F1BE69-3351-4D0E-A94D-919D2936DBD3}" destId="{08964CA4-B620-47AA-B504-75BE74AF8AC7}" srcOrd="0" destOrd="0" presId="urn:microsoft.com/office/officeart/2005/8/layout/hierarchy3"/>
    <dgm:cxn modelId="{15E9487B-FADD-48D1-9311-D8DC2D0252A6}" type="presOf" srcId="{82AB1A36-52BC-4216-B511-804E67378B80}" destId="{4E957122-4C97-4462-8F5F-54BDD7B11608}" srcOrd="1" destOrd="0" presId="urn:microsoft.com/office/officeart/2005/8/layout/hierarchy3"/>
    <dgm:cxn modelId="{1E73E25C-47B9-493F-87EB-6BA1C8611FE3}" type="presOf" srcId="{F628DEFC-22F4-4287-8154-4F1874E078BD}" destId="{81ABB41D-8881-4335-B0F7-34479C42B223}" srcOrd="1" destOrd="0" presId="urn:microsoft.com/office/officeart/2005/8/layout/hierarchy3"/>
    <dgm:cxn modelId="{4BB14443-9D8E-4D2F-8372-F58EB52C7B7E}" type="presOf" srcId="{61924EDE-4517-4E70-95D2-41117F757CBB}" destId="{04B42153-4191-4EA1-98A8-A75113E2F14B}" srcOrd="0" destOrd="0" presId="urn:microsoft.com/office/officeart/2005/8/layout/hierarchy3"/>
    <dgm:cxn modelId="{0807061F-EBF8-44EE-BDFE-A5D29AB9669F}" srcId="{8835AA77-5F91-4191-8FDD-7FA12060060F}" destId="{6B9CD507-1474-4BE3-834B-271B7C5F755F}" srcOrd="1" destOrd="0" parTransId="{973FFC60-CAA1-49F7-826D-DBD24029210B}" sibTransId="{A11041AF-E13C-47F7-9BA1-1402A2CD3E20}"/>
    <dgm:cxn modelId="{00EA13E7-F4DA-4728-804C-BCFC9109A186}" type="presOf" srcId="{6B9CD507-1474-4BE3-834B-271B7C5F755F}" destId="{48EAC658-2682-47A0-BFFE-562414E088F8}" srcOrd="0" destOrd="0" presId="urn:microsoft.com/office/officeart/2005/8/layout/hierarchy3"/>
    <dgm:cxn modelId="{28D6F36E-200A-44E3-9181-7272AAFD0D66}" srcId="{8835AA77-5F91-4191-8FDD-7FA12060060F}" destId="{82AB1A36-52BC-4216-B511-804E67378B80}" srcOrd="3" destOrd="0" parTransId="{00084C51-B62D-4A09-A198-2B6C6B9308B8}" sibTransId="{ABC1EBBB-97B6-4D9D-BE36-EE3BECCADCC8}"/>
    <dgm:cxn modelId="{10A65283-3F5B-46E0-9B0E-12F1AE2C0F48}" type="presOf" srcId="{6B9CD507-1474-4BE3-834B-271B7C5F755F}" destId="{8777DEF9-D4E9-4235-A479-8ABF07919022}" srcOrd="1" destOrd="0" presId="urn:microsoft.com/office/officeart/2005/8/layout/hierarchy3"/>
    <dgm:cxn modelId="{D4F53197-972A-4403-A088-9DC00EFB4F81}" type="presOf" srcId="{21111CC6-CE57-4C0A-BB69-EF1C98B9FBC3}" destId="{BDFA9CB0-0BBB-487B-949D-EEA0B2848815}" srcOrd="0" destOrd="0" presId="urn:microsoft.com/office/officeart/2005/8/layout/hierarchy3"/>
    <dgm:cxn modelId="{EF81D51E-E82C-44F3-973F-7137D1643499}" type="presParOf" srcId="{C2CD19BB-2936-45F3-A03C-B8B70D302804}" destId="{797A87D2-D352-45D7-89D8-A916DA1088B6}" srcOrd="0" destOrd="0" presId="urn:microsoft.com/office/officeart/2005/8/layout/hierarchy3"/>
    <dgm:cxn modelId="{97D0027F-3F32-4A22-A875-A57820834E2B}" type="presParOf" srcId="{797A87D2-D352-45D7-89D8-A916DA1088B6}" destId="{1C6850E5-7816-4E43-B741-42E90D21BA87}" srcOrd="0" destOrd="0" presId="urn:microsoft.com/office/officeart/2005/8/layout/hierarchy3"/>
    <dgm:cxn modelId="{C6FBE99D-7437-4FE0-8A77-305F6A6F7718}" type="presParOf" srcId="{1C6850E5-7816-4E43-B741-42E90D21BA87}" destId="{18B203F1-78F6-4760-9825-7522F6152489}" srcOrd="0" destOrd="0" presId="urn:microsoft.com/office/officeart/2005/8/layout/hierarchy3"/>
    <dgm:cxn modelId="{2AF32ADE-6396-4347-BA17-D1355C24E7CD}" type="presParOf" srcId="{1C6850E5-7816-4E43-B741-42E90D21BA87}" destId="{D1927963-1F88-4955-AA97-45EA5D782D63}" srcOrd="1" destOrd="0" presId="urn:microsoft.com/office/officeart/2005/8/layout/hierarchy3"/>
    <dgm:cxn modelId="{728AAC89-5991-466B-AD5C-66806CEB88DD}" type="presParOf" srcId="{797A87D2-D352-45D7-89D8-A916DA1088B6}" destId="{6D020643-3685-49AA-901C-1873BD115CC7}" srcOrd="1" destOrd="0" presId="urn:microsoft.com/office/officeart/2005/8/layout/hierarchy3"/>
    <dgm:cxn modelId="{716F1F5D-A9E8-42D7-A703-0E975E00BCD0}" type="presParOf" srcId="{C2CD19BB-2936-45F3-A03C-B8B70D302804}" destId="{534C8B4A-F579-4D1B-B4C2-7D4A758C72B0}" srcOrd="1" destOrd="0" presId="urn:microsoft.com/office/officeart/2005/8/layout/hierarchy3"/>
    <dgm:cxn modelId="{A0869DCC-ACB2-4184-9A9B-B7228F0FF1BD}" type="presParOf" srcId="{534C8B4A-F579-4D1B-B4C2-7D4A758C72B0}" destId="{0AB47E88-319A-4EBA-A057-9AB9557E9C29}" srcOrd="0" destOrd="0" presId="urn:microsoft.com/office/officeart/2005/8/layout/hierarchy3"/>
    <dgm:cxn modelId="{8CF59A39-7DBD-48FE-9E16-4B6A99F0C550}" type="presParOf" srcId="{0AB47E88-319A-4EBA-A057-9AB9557E9C29}" destId="{48EAC658-2682-47A0-BFFE-562414E088F8}" srcOrd="0" destOrd="0" presId="urn:microsoft.com/office/officeart/2005/8/layout/hierarchy3"/>
    <dgm:cxn modelId="{11E2E2F2-72FA-41AF-A77D-7A2931363C9C}" type="presParOf" srcId="{0AB47E88-319A-4EBA-A057-9AB9557E9C29}" destId="{8777DEF9-D4E9-4235-A479-8ABF07919022}" srcOrd="1" destOrd="0" presId="urn:microsoft.com/office/officeart/2005/8/layout/hierarchy3"/>
    <dgm:cxn modelId="{EE170C00-DC49-4E73-8A7F-1BF6350D55A6}" type="presParOf" srcId="{534C8B4A-F579-4D1B-B4C2-7D4A758C72B0}" destId="{DDAA316F-A8DA-476D-B795-8EBB1D952E70}" srcOrd="1" destOrd="0" presId="urn:microsoft.com/office/officeart/2005/8/layout/hierarchy3"/>
    <dgm:cxn modelId="{8B93213F-13CF-41AD-BCE5-5C962CC08212}" type="presParOf" srcId="{C2CD19BB-2936-45F3-A03C-B8B70D302804}" destId="{A64E8D9A-EA2B-42E3-9DCA-EFDF8DC7A6BF}" srcOrd="2" destOrd="0" presId="urn:microsoft.com/office/officeart/2005/8/layout/hierarchy3"/>
    <dgm:cxn modelId="{BBD8473A-9172-4165-AE60-026564EE63EC}" type="presParOf" srcId="{A64E8D9A-EA2B-42E3-9DCA-EFDF8DC7A6BF}" destId="{1C68C077-CE20-4169-A4D3-19E7E0B63588}" srcOrd="0" destOrd="0" presId="urn:microsoft.com/office/officeart/2005/8/layout/hierarchy3"/>
    <dgm:cxn modelId="{6201B6C5-D446-4FCE-8DC2-2D83E503D7AC}" type="presParOf" srcId="{1C68C077-CE20-4169-A4D3-19E7E0B63588}" destId="{34838EA4-5C80-4278-A024-CD4066BD2C72}" srcOrd="0" destOrd="0" presId="urn:microsoft.com/office/officeart/2005/8/layout/hierarchy3"/>
    <dgm:cxn modelId="{2AF9AA64-85A4-4889-92C7-DABF43951B0E}" type="presParOf" srcId="{1C68C077-CE20-4169-A4D3-19E7E0B63588}" destId="{AE71C65B-21CA-4078-8E11-378BA2075B83}" srcOrd="1" destOrd="0" presId="urn:microsoft.com/office/officeart/2005/8/layout/hierarchy3"/>
    <dgm:cxn modelId="{1EFD965B-76AE-4339-BDEB-2C46BC5E2DCB}" type="presParOf" srcId="{A64E8D9A-EA2B-42E3-9DCA-EFDF8DC7A6BF}" destId="{37408AFD-AFE8-4EFC-AA55-EA85A7014122}" srcOrd="1" destOrd="0" presId="urn:microsoft.com/office/officeart/2005/8/layout/hierarchy3"/>
    <dgm:cxn modelId="{E1D15B56-10A8-4BBC-AC09-85EA1FB9442B}" type="presParOf" srcId="{C2CD19BB-2936-45F3-A03C-B8B70D302804}" destId="{F70808B6-3F27-44C2-9D7D-E503254C98F8}" srcOrd="3" destOrd="0" presId="urn:microsoft.com/office/officeart/2005/8/layout/hierarchy3"/>
    <dgm:cxn modelId="{E6697C18-80BC-4D90-876A-6C8632BF94E9}" type="presParOf" srcId="{F70808B6-3F27-44C2-9D7D-E503254C98F8}" destId="{C8505E54-9BBC-44EA-AEF4-DBBC6C391C75}" srcOrd="0" destOrd="0" presId="urn:microsoft.com/office/officeart/2005/8/layout/hierarchy3"/>
    <dgm:cxn modelId="{B88D743E-C750-48E8-ACCF-5A79CB525957}" type="presParOf" srcId="{C8505E54-9BBC-44EA-AEF4-DBBC6C391C75}" destId="{5CB36AB7-37FC-43DF-90C8-7BB7E2C79556}" srcOrd="0" destOrd="0" presId="urn:microsoft.com/office/officeart/2005/8/layout/hierarchy3"/>
    <dgm:cxn modelId="{CE8931D1-A918-4DCA-BAD9-768E6DC512F8}" type="presParOf" srcId="{C8505E54-9BBC-44EA-AEF4-DBBC6C391C75}" destId="{4E957122-4C97-4462-8F5F-54BDD7B11608}" srcOrd="1" destOrd="0" presId="urn:microsoft.com/office/officeart/2005/8/layout/hierarchy3"/>
    <dgm:cxn modelId="{BFFF1427-CC94-4F12-A670-3DD003BA7CDD}" type="presParOf" srcId="{F70808B6-3F27-44C2-9D7D-E503254C98F8}" destId="{1A40EEDE-16A5-4558-8CE2-6BF3C9B11F4A}" srcOrd="1" destOrd="0" presId="urn:microsoft.com/office/officeart/2005/8/layout/hierarchy3"/>
    <dgm:cxn modelId="{8933A742-D869-43C1-B185-205F623350B7}" type="presParOf" srcId="{1A40EEDE-16A5-4558-8CE2-6BF3C9B11F4A}" destId="{4D7FD637-7D56-4CD8-99C8-FD0F25586B49}" srcOrd="0" destOrd="0" presId="urn:microsoft.com/office/officeart/2005/8/layout/hierarchy3"/>
    <dgm:cxn modelId="{43107E2E-F8DD-4528-817B-DA16A5AC9643}" type="presParOf" srcId="{1A40EEDE-16A5-4558-8CE2-6BF3C9B11F4A}" destId="{08964CA4-B620-47AA-B504-75BE74AF8AC7}" srcOrd="1" destOrd="0" presId="urn:microsoft.com/office/officeart/2005/8/layout/hierarchy3"/>
    <dgm:cxn modelId="{CCB4453C-6970-4A33-8BF1-9BEF4265016C}" type="presParOf" srcId="{1A40EEDE-16A5-4558-8CE2-6BF3C9B11F4A}" destId="{7DF09506-B1D3-4516-92B8-1133C08DAA51}" srcOrd="2" destOrd="0" presId="urn:microsoft.com/office/officeart/2005/8/layout/hierarchy3"/>
    <dgm:cxn modelId="{07988D36-882D-45C0-A969-E50529E340CF}" type="presParOf" srcId="{1A40EEDE-16A5-4558-8CE2-6BF3C9B11F4A}" destId="{FACF5701-C15C-48A2-8E42-4BBDBE8FBA55}" srcOrd="3" destOrd="0" presId="urn:microsoft.com/office/officeart/2005/8/layout/hierarchy3"/>
    <dgm:cxn modelId="{8AB31F4A-8F54-408C-82EE-6EA9A19CFCD0}" type="presParOf" srcId="{1A40EEDE-16A5-4558-8CE2-6BF3C9B11F4A}" destId="{AA45644B-62EE-45D9-A84A-2439B73A9A9E}" srcOrd="4" destOrd="0" presId="urn:microsoft.com/office/officeart/2005/8/layout/hierarchy3"/>
    <dgm:cxn modelId="{CA524695-AE99-4C9E-BCEE-48EE74DE67A0}" type="presParOf" srcId="{1A40EEDE-16A5-4558-8CE2-6BF3C9B11F4A}" destId="{CB96C9A4-A36C-4E94-98C3-9B3C684BE738}" srcOrd="5" destOrd="0" presId="urn:microsoft.com/office/officeart/2005/8/layout/hierarchy3"/>
    <dgm:cxn modelId="{C6C49292-B5BB-4D85-8A82-5016FB0F6516}" type="presParOf" srcId="{C2CD19BB-2936-45F3-A03C-B8B70D302804}" destId="{281A5200-7EAF-45FB-8E81-75AA2573786D}" srcOrd="4" destOrd="0" presId="urn:microsoft.com/office/officeart/2005/8/layout/hierarchy3"/>
    <dgm:cxn modelId="{F2574040-9D85-466A-9497-2D904F492376}" type="presParOf" srcId="{281A5200-7EAF-45FB-8E81-75AA2573786D}" destId="{E54726EB-08E2-4E34-A383-E1CACE44D0DF}" srcOrd="0" destOrd="0" presId="urn:microsoft.com/office/officeart/2005/8/layout/hierarchy3"/>
    <dgm:cxn modelId="{61A17F96-9FAE-4292-920E-86AB41DD222F}" type="presParOf" srcId="{E54726EB-08E2-4E34-A383-E1CACE44D0DF}" destId="{DFAE5FF4-572D-415D-AA90-F3F1ED5C2079}" srcOrd="0" destOrd="0" presId="urn:microsoft.com/office/officeart/2005/8/layout/hierarchy3"/>
    <dgm:cxn modelId="{9740BA39-4961-438A-AF62-92C038CB2999}" type="presParOf" srcId="{E54726EB-08E2-4E34-A383-E1CACE44D0DF}" destId="{81ABB41D-8881-4335-B0F7-34479C42B223}" srcOrd="1" destOrd="0" presId="urn:microsoft.com/office/officeart/2005/8/layout/hierarchy3"/>
    <dgm:cxn modelId="{614CA8FB-846D-44E8-BC8E-2F656E10F3F4}" type="presParOf" srcId="{281A5200-7EAF-45FB-8E81-75AA2573786D}" destId="{E65CF34B-AC7E-4F3C-82E3-F66780022462}" srcOrd="1" destOrd="0" presId="urn:microsoft.com/office/officeart/2005/8/layout/hierarchy3"/>
    <dgm:cxn modelId="{8398A320-3126-4953-BDB8-B45A52B86F0F}" type="presParOf" srcId="{E65CF34B-AC7E-4F3C-82E3-F66780022462}" destId="{BDFA9CB0-0BBB-487B-949D-EEA0B2848815}" srcOrd="0" destOrd="0" presId="urn:microsoft.com/office/officeart/2005/8/layout/hierarchy3"/>
    <dgm:cxn modelId="{31673E28-934A-4AFE-B6AC-F9EF056B27C2}" type="presParOf" srcId="{E65CF34B-AC7E-4F3C-82E3-F66780022462}" destId="{04B42153-4191-4EA1-98A8-A75113E2F14B}" srcOrd="1" destOrd="0" presId="urn:microsoft.com/office/officeart/2005/8/layout/hierarchy3"/>
  </dgm:cxnLst>
  <dgm:bg/>
  <dgm:whole/>
</dgm:dataModel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hierarchy3">
  <dgm:title val=""/>
  <dgm:desc val=""/>
  <dgm:catLst>
    <dgm:cat type="hierarchy" pri="7000"/>
    <dgm:cat type="list" pri="23000"/>
    <dgm:cat type="relationship" pri="15000"/>
    <dgm:cat type="convert" pri="7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</dgm:ptLst>
      <dgm:cxnLst>
        <dgm:cxn modelId="4" srcId="0" destId="1" srcOrd="0" destOrd="0"/>
        <dgm:cxn modelId="5" srcId="1" destId="11" srcOrd="0" destOrd="0"/>
        <dgm:cxn modelId="6" srcId="1" destId="12" srcOrd="1" destOrd="0"/>
        <dgm:cxn modelId="7" srcId="0" destId="2" srcOrd="1" destOrd="0"/>
        <dgm:cxn modelId="8" srcId="2" destId="21" srcOrd="0" destOrd="0"/>
        <dgm:cxn modelId="9" srcId="2" destId="22" srcOrd="1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2"/>
        <dgm:pt modelId="21"/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23" srcId="2" destId="2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diagram">
    <dgm:varLst>
      <dgm:chPref val="1"/>
      <dgm:dir/>
      <dgm:animOne val="branch"/>
      <dgm:animLvl val="lvl"/>
      <dgm:resizeHandles/>
    </dgm:varLst>
    <dgm:choose name="Name0">
      <dgm:if name="Name1" func="var" arg="dir" op="equ" val="norm">
        <dgm:alg type="hierChild">
          <dgm:param type="linDir" val="fromL"/>
        </dgm:alg>
      </dgm:if>
      <dgm:else name="Name2">
        <dgm:alg type="hierChild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primFontSz" for="des" forName="rootText" op="equ" val="65"/>
      <dgm:constr type="primFontSz" for="des" forName="childText" op="equ" val="65"/>
      <dgm:constr type="w" for="des" forName="rootComposite" refType="w"/>
      <dgm:constr type="h" for="des" forName="rootComposite" refType="w" fact="0.5"/>
      <dgm:constr type="w" for="des" forName="childText" refType="w" refFor="des" refForName="rootComposite" fact="0.8"/>
      <dgm:constr type="h" for="des" forName="childText" refType="h" refFor="des" refForName="rootComposite"/>
      <dgm:constr type="sibSp" refType="w" refFor="des" refForName="rootComposite" fact="0.25"/>
      <dgm:constr type="sibSp" for="des" forName="childShape" refType="h" refFor="des" refForName="childText" fact="0.25"/>
      <dgm:constr type="sp" for="des" forName="root" refType="h" refFor="des" refForName="childText" fact="0.25"/>
    </dgm:constrLst>
    <dgm:ruleLst/>
    <dgm:forEach name="Name3" axis="ch">
      <dgm:forEach name="Name4" axis="self" ptType="node" cnt="1">
        <dgm:layoutNode name="root">
          <dgm:choose name="Name5">
            <dgm:if name="Name6" func="var" arg="dir" op="equ" val="norm">
              <dgm:alg type="hierRoot">
                <dgm:param type="hierAlign" val="tL"/>
              </dgm:alg>
            </dgm:if>
            <dgm:else name="Name7">
              <dgm:alg type="hierRoot">
                <dgm:param type="hierAlign" val="tR"/>
              </dgm:alg>
            </dgm:else>
          </dgm:choose>
          <dgm:shape xmlns:r="http://schemas.openxmlformats.org/officeDocument/2006/relationships" r:blip="">
            <dgm:adjLst/>
          </dgm:shape>
          <dgm:presOf/>
          <dgm:constrLst>
            <dgm:constr type="alignOff" val="0.2"/>
          </dgm:constrLst>
          <dgm:ruleLst/>
          <dgm:layoutNode name="rootComposite">
            <dgm:alg type="composite"/>
            <dgm:shape xmlns:r="http://schemas.openxmlformats.org/officeDocument/2006/relationships" r:blip="">
              <dgm:adjLst/>
            </dgm:shape>
            <dgm:presOf axis="self" ptType="node" cnt="1"/>
            <dgm:choose name="Name8">
              <dgm:if name="Name9" func="var" arg="dir" op="equ" val="norm">
                <dgm:constrLst>
                  <dgm:constr type="l" for="ch" forName="rootText"/>
                  <dgm:constr type="t" for="ch" forName="rootText"/>
                  <dgm:constr type="w" for="ch" forName="rootText" refType="w"/>
                  <dgm:constr type="h" for="ch" forName="rootText" refType="h"/>
                  <dgm:constr type="l" for="ch" forName="rootConnector"/>
                  <dgm:constr type="t" for="ch" forName="rootConnector"/>
                  <dgm:constr type="w" for="ch" forName="rootConnector" refType="w" refFor="ch" refForName="rootText" fact="0.2"/>
                  <dgm:constr type="h" for="ch" forName="rootConnector" refType="h" refFor="ch" refForName="rootText"/>
                </dgm:constrLst>
              </dgm:if>
              <dgm:else name="Name10">
                <dgm:constrLst>
                  <dgm:constr type="l" for="ch" forName="rootText"/>
                  <dgm:constr type="t" for="ch" forName="rootText"/>
                  <dgm:constr type="w" for="ch" forName="rootText" refType="w"/>
                  <dgm:constr type="h" for="ch" forName="rootText" refType="h"/>
                  <dgm:constr type="r" for="ch" forName="rootConnector" refType="w"/>
                  <dgm:constr type="t" for="ch" forName="rootConnector"/>
                  <dgm:constr type="w" for="ch" forName="rootConnector" refType="w" refFor="ch" refForName="rootText" fact="0.2"/>
                  <dgm:constr type="h" for="ch" forName="rootConnector" refType="h" refFor="ch" refForName="rootText"/>
                </dgm:constrLst>
              </dgm:else>
            </dgm:choose>
            <dgm:ruleLst/>
            <dgm:layoutNode name="rootText" styleLbl="node1">
              <dgm:alg type="tx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self" ptType="node" cnt="1"/>
              <dgm:constrLst>
                <dgm:constr type="tMarg" refType="primFontSz" fact="0.1"/>
                <dgm:constr type="bMarg" refType="primFontSz" fact="0.1"/>
                <dgm:constr type="lMarg" refType="primFontSz" fact="0.15"/>
                <dgm:constr type="rMarg" refType="primFontSz" fact="0.15"/>
              </dgm:constrLst>
              <dgm:ruleLst>
                <dgm:rule type="primFontSz" val="5" fact="NaN" max="NaN"/>
              </dgm:ruleLst>
            </dgm:layoutNode>
            <dgm:layoutNode name="rootConnector" moveWith="rootText">
              <dgm:alg type="sp"/>
              <dgm:shape xmlns:r="http://schemas.openxmlformats.org/officeDocument/2006/relationships" type="roundRect" r:blip="" hideGeom="1">
                <dgm:adjLst>
                  <dgm:adj idx="1" val="0.1"/>
                </dgm:adjLst>
              </dgm:shape>
              <dgm:presOf axis="self" ptType="node" cnt="1"/>
              <dgm:constrLst/>
              <dgm:ruleLst/>
            </dgm:layoutNode>
          </dgm:layoutNode>
          <dgm:layoutNode name="childShape">
            <dgm:alg type="hierChild">
              <dgm:param type="chAlign" val="l"/>
              <dgm:param type="linDir" val="fromT"/>
            </dgm:alg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Name11" axis="ch">
              <dgm:forEach name="Name12" axis="self" ptType="parTrans" cnt="1">
                <dgm:layoutNode name="Name13">
                  <dgm:choose name="Name14">
                    <dgm:if name="Name15" func="var" arg="dir" op="equ" val="norm">
                      <dgm:alg type="conn">
                        <dgm:param type="dim" val="1D"/>
                        <dgm:param type="endSty" val="noArr"/>
                        <dgm:param type="connRout" val="bend"/>
                        <dgm:param type="srcNode" val="rootConnector"/>
                        <dgm:param type="begPts" val="bCtr"/>
                        <dgm:param type="endPts" val="midL"/>
                      </dgm:alg>
                    </dgm:if>
                    <dgm:else name="Name16">
                      <dgm:alg type="conn">
                        <dgm:param type="dim" val="1D"/>
                        <dgm:param type="endSty" val="noArr"/>
                        <dgm:param type="connRout" val="bend"/>
                        <dgm:param type="srcNode" val="rootConnector"/>
                        <dgm:param type="begPts" val="bCtr"/>
                        <dgm:param type="endPts" val="midR"/>
                      </dgm:alg>
                    </dgm:else>
                  </dgm:choose>
                  <dgm:shape xmlns:r="http://schemas.openxmlformats.org/officeDocument/2006/relationships" type="conn" r:blip="">
                    <dgm:adjLst/>
                  </dgm:shape>
                  <dgm:presOf axis="self"/>
                  <dgm:constrLst>
                    <dgm:constr type="begPad"/>
                    <dgm:constr type="endPad"/>
                  </dgm:constrLst>
                  <dgm:ruleLst/>
                </dgm:layoutNode>
              </dgm:forEach>
              <dgm:forEach name="Name17" axis="self" ptType="node">
                <dgm:layoutNode name="childText" styleLbl="bgAcc1">
                  <dgm:varLst>
                    <dgm:bulletEnabled val="1"/>
                  </dgm:varLst>
                  <dgm:alg type="tx"/>
                  <dgm:shape xmlns:r="http://schemas.openxmlformats.org/officeDocument/2006/relationships" type="roundRect" r:blip="">
                    <dgm:adjLst>
                      <dgm:adj idx="1" val="0.1"/>
                    </dgm:adjLst>
                  </dgm:shape>
                  <dgm:presOf axis="self desOrSelf" ptType="node node" st="1 1" cnt="1 0"/>
                  <dgm:constrLst>
                    <dgm:constr type="tMarg" refType="primFontSz" fact="0.1"/>
                    <dgm:constr type="bMarg" refType="primFontSz" fact="0.1"/>
                    <dgm:constr type="lMarg" refType="primFontSz" fact="0.15"/>
                    <dgm:constr type="rMarg" refType="primFontSz" fact="0.15"/>
                  </dgm:constrLst>
                  <dgm:ruleLst>
                    <dgm:rule type="primFontSz" val="5" fact="NaN" max="NaN"/>
                  </dgm:ruleLst>
                </dgm:layoutNode>
              </dgm:forEach>
            </dgm:forEach>
          </dgm:layoutNode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2">
  <dgm:title val=""/>
  <dgm:desc val=""/>
  <dgm:catLst>
    <dgm:cat type="simple" pri="102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45659" cy="496332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de-AT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50443" y="0"/>
            <a:ext cx="2945659" cy="496332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D4B1B23-A856-4BDB-BCB3-8EAE572BACEA}" type="datetimeFigureOut">
              <a:rPr lang="de-DE" smtClean="0"/>
              <a:pPr/>
              <a:t>28.04.2009</a:t>
            </a:fld>
            <a:endParaRPr lang="de-AT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9428583"/>
            <a:ext cx="2945659" cy="496332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de-AT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50443" y="9428583"/>
            <a:ext cx="2945659" cy="496332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C7BB9B8-5742-4194-9EA6-FD3FF596E61C}" type="slidenum">
              <a:rPr lang="de-AT" smtClean="0"/>
              <a:pPr/>
              <a:t>‹#›</a:t>
            </a:fld>
            <a:endParaRPr lang="de-AT"/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46400" cy="4968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de-AT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49688" y="0"/>
            <a:ext cx="2946400" cy="4968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6F07FB7-AC44-4E63-AF75-18948B9E4D1B}" type="datetimeFigureOut">
              <a:rPr lang="de-DE" smtClean="0"/>
              <a:pPr/>
              <a:t>28.04.2009</a:t>
            </a:fld>
            <a:endParaRPr lang="de-AT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917575" y="744538"/>
            <a:ext cx="4962525" cy="37226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de-AT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79450" y="4714875"/>
            <a:ext cx="5438775" cy="446722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de-AT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9428163"/>
            <a:ext cx="2946400" cy="4968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de-AT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49688" y="9428163"/>
            <a:ext cx="2946400" cy="4968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2E9E858-D007-4784-BB0B-336F987D22C6}" type="slidenum">
              <a:rPr lang="de-AT" smtClean="0"/>
              <a:pPr/>
              <a:t>‹#›</a:t>
            </a:fld>
            <a:endParaRPr lang="de-AT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2E9E858-D007-4784-BB0B-336F987D22C6}" type="slidenum">
              <a:rPr lang="de-AT" smtClean="0"/>
              <a:pPr/>
              <a:t>21</a:t>
            </a:fld>
            <a:endParaRPr lang="de-AT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de-AT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6852656-8D79-4A1C-98FA-A52976785D98}" type="slidenum">
              <a:rPr lang="de-AT" smtClean="0"/>
              <a:pPr/>
              <a:t>53</a:t>
            </a:fld>
            <a:endParaRPr lang="de-AT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gif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5.gif"/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5.gif"/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 bwMode="white">
          <a:xfrm>
            <a:off x="0" y="5971032"/>
            <a:ext cx="9144000" cy="886968"/>
          </a:xfrm>
          <a:prstGeom prst="rect">
            <a:avLst/>
          </a:prstGeom>
          <a:solidFill>
            <a:srgbClr val="FFFFFF"/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10" name="Rectangle 9"/>
          <p:cNvSpPr/>
          <p:nvPr/>
        </p:nvSpPr>
        <p:spPr>
          <a:xfrm>
            <a:off x="-9144" y="6053328"/>
            <a:ext cx="2249424" cy="713232"/>
          </a:xfrm>
          <a:prstGeom prst="rect">
            <a:avLst/>
          </a:prstGeom>
          <a:solidFill>
            <a:srgbClr val="32B2D9"/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11" name="Rectangle 10"/>
          <p:cNvSpPr/>
          <p:nvPr/>
        </p:nvSpPr>
        <p:spPr>
          <a:xfrm>
            <a:off x="2359152" y="6044184"/>
            <a:ext cx="6784848" cy="713232"/>
          </a:xfrm>
          <a:prstGeom prst="rect">
            <a:avLst/>
          </a:prstGeom>
          <a:solidFill>
            <a:srgbClr val="69657E"/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8" name="Title 7"/>
          <p:cNvSpPr>
            <a:spLocks noGrp="1"/>
          </p:cNvSpPr>
          <p:nvPr>
            <p:ph type="ctrTitle"/>
          </p:nvPr>
        </p:nvSpPr>
        <p:spPr>
          <a:xfrm>
            <a:off x="2362200" y="4038600"/>
            <a:ext cx="6477000" cy="1828800"/>
          </a:xfrm>
        </p:spPr>
        <p:txBody>
          <a:bodyPr anchor="b"/>
          <a:lstStyle>
            <a:lvl1pPr>
              <a:defRPr cap="all" baseline="0">
                <a:solidFill>
                  <a:schemeClr val="tx1"/>
                </a:solidFill>
              </a:defRPr>
            </a:lvl1pPr>
          </a:lstStyle>
          <a:p>
            <a:r>
              <a:rPr kumimoji="0" lang="en-US" smtClean="0"/>
              <a:t>Click to edit Master title style</a:t>
            </a:r>
            <a:endParaRPr kumimoji="0" lang="en-US" dirty="0"/>
          </a:p>
        </p:txBody>
      </p:sp>
      <p:sp>
        <p:nvSpPr>
          <p:cNvPr id="9" name="Subtitle 8"/>
          <p:cNvSpPr>
            <a:spLocks noGrp="1"/>
          </p:cNvSpPr>
          <p:nvPr>
            <p:ph type="subTitle" idx="1"/>
          </p:nvPr>
        </p:nvSpPr>
        <p:spPr>
          <a:xfrm>
            <a:off x="2362200" y="6050037"/>
            <a:ext cx="6705600" cy="685800"/>
          </a:xfrm>
        </p:spPr>
        <p:txBody>
          <a:bodyPr anchor="ctr">
            <a:normAutofit/>
          </a:bodyPr>
          <a:lstStyle>
            <a:lvl1pPr marL="0" indent="0" algn="l">
              <a:buNone/>
              <a:defRPr sz="2600">
                <a:solidFill>
                  <a:srgbClr val="FFFFFF"/>
                </a:solidFill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</a:lstStyle>
          <a:p>
            <a:r>
              <a:rPr kumimoji="0" lang="en-US" smtClean="0"/>
              <a:t>Click to edit Master subtitle style</a:t>
            </a:r>
            <a:endParaRPr kumimoji="0" lang="en-US" dirty="0"/>
          </a:p>
        </p:txBody>
      </p:sp>
      <p:sp>
        <p:nvSpPr>
          <p:cNvPr id="28" name="Date Placeholder 27"/>
          <p:cNvSpPr>
            <a:spLocks noGrp="1"/>
          </p:cNvSpPr>
          <p:nvPr>
            <p:ph type="dt" sz="half" idx="10"/>
          </p:nvPr>
        </p:nvSpPr>
        <p:spPr>
          <a:xfrm>
            <a:off x="76200" y="6068699"/>
            <a:ext cx="2057400" cy="685800"/>
          </a:xfrm>
        </p:spPr>
        <p:txBody>
          <a:bodyPr>
            <a:noAutofit/>
          </a:bodyPr>
          <a:lstStyle>
            <a:lvl1pPr algn="ctr">
              <a:defRPr sz="2000">
                <a:solidFill>
                  <a:srgbClr val="FFFFFF"/>
                </a:solidFill>
              </a:defRPr>
            </a:lvl1pPr>
          </a:lstStyle>
          <a:p>
            <a:fld id="{BA531573-7E56-46B8-92C7-4B061504DAB6}" type="datetimeFigureOut">
              <a:rPr lang="en-US" smtClean="0"/>
              <a:pPr/>
              <a:t>4/28/2009</a:t>
            </a:fld>
            <a:endParaRPr lang="en-US" dirty="0"/>
          </a:p>
        </p:txBody>
      </p:sp>
      <p:sp>
        <p:nvSpPr>
          <p:cNvPr id="17" name="Footer Placeholder 16"/>
          <p:cNvSpPr>
            <a:spLocks noGrp="1"/>
          </p:cNvSpPr>
          <p:nvPr>
            <p:ph type="ftr" sz="quarter" idx="11"/>
          </p:nvPr>
        </p:nvSpPr>
        <p:spPr>
          <a:xfrm>
            <a:off x="2085393" y="236538"/>
            <a:ext cx="5867400" cy="365125"/>
          </a:xfrm>
        </p:spPr>
        <p:txBody>
          <a:bodyPr/>
          <a:lstStyle>
            <a:lvl1pPr algn="r">
              <a:defRPr>
                <a:solidFill>
                  <a:schemeClr val="tx2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29" name="Slide Number Placeholder 28"/>
          <p:cNvSpPr>
            <a:spLocks noGrp="1"/>
          </p:cNvSpPr>
          <p:nvPr>
            <p:ph type="sldNum" sz="quarter" idx="12"/>
          </p:nvPr>
        </p:nvSpPr>
        <p:spPr>
          <a:xfrm>
            <a:off x="8001000" y="228600"/>
            <a:ext cx="838200" cy="381000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E354D2CE-F660-4131-9336-DFD1544F58E4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  <p:timing>
    <p:tnLst>
      <p:par>
        <p:cTn id="1" dur="indefinite" restart="never" nodeType="tmRoot"/>
      </p:par>
    </p:tnLst>
  </p:timing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12648" y="228600"/>
            <a:ext cx="8153400" cy="990600"/>
          </a:xfrm>
        </p:spPr>
        <p:txBody>
          <a:bodyPr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531573-7E56-46B8-92C7-4B061504DAB6}" type="datetimeFigureOut">
              <a:rPr lang="en-US" smtClean="0"/>
              <a:pPr/>
              <a:t>4/28/2009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fld id="{E354D2CE-F660-4131-9336-DFD1544F58E4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8" name="Content Placeholder 7"/>
          <p:cNvSpPr>
            <a:spLocks noGrp="1"/>
          </p:cNvSpPr>
          <p:nvPr>
            <p:ph sz="quarter" idx="1"/>
          </p:nvPr>
        </p:nvSpPr>
        <p:spPr>
          <a:xfrm>
            <a:off x="612648" y="1600200"/>
            <a:ext cx="8153400" cy="4495800"/>
          </a:xfrm>
        </p:spPr>
        <p:txBody>
          <a:bodyPr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571472" y="228600"/>
            <a:ext cx="7000924" cy="990600"/>
          </a:xfrm>
        </p:spPr>
        <p:txBody>
          <a:bodyPr/>
          <a:lstStyle>
            <a:lvl1pPr>
              <a:defRPr/>
            </a:lvl1pPr>
          </a:lstStyle>
          <a:p>
            <a:r>
              <a:rPr kumimoji="0" lang="en-US" dirty="0" smtClean="0"/>
              <a:t>Agenda</a:t>
            </a:r>
            <a:endParaRPr kumimoji="0"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531573-7E56-46B8-92C7-4B061504DAB6}" type="datetimeFigureOut">
              <a:rPr lang="en-US" smtClean="0"/>
              <a:pPr/>
              <a:t>4/28/2009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fld id="{E354D2CE-F660-4131-9336-DFD1544F58E4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8" name="Content Placeholder 7"/>
          <p:cNvSpPr>
            <a:spLocks noGrp="1"/>
          </p:cNvSpPr>
          <p:nvPr>
            <p:ph sz="quarter" idx="1"/>
          </p:nvPr>
        </p:nvSpPr>
        <p:spPr>
          <a:xfrm>
            <a:off x="612648" y="1600200"/>
            <a:ext cx="8153400" cy="4495800"/>
          </a:xfrm>
        </p:spPr>
        <p:txBody>
          <a:bodyPr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</p:txBody>
      </p:sp>
      <p:pic>
        <p:nvPicPr>
          <p:cNvPr id="2051" name="Picture 3" descr="F:\IconExperience\all\all\128x128\plain\teacher.png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7844766" y="250575"/>
            <a:ext cx="928694" cy="928694"/>
          </a:xfrm>
          <a:prstGeom prst="rect">
            <a:avLst/>
          </a:prstGeom>
          <a:noFill/>
        </p:spPr>
      </p:pic>
      <p:pic>
        <p:nvPicPr>
          <p:cNvPr id="9" name="Picture 3" descr="F:\IconExperience\all\all\128x128\plain\teacher.png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7844766" y="250575"/>
            <a:ext cx="928694" cy="928694"/>
          </a:xfrm>
          <a:prstGeom prst="rect">
            <a:avLst/>
          </a:prstGeom>
          <a:noFill/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Agenda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57290" y="3357562"/>
            <a:ext cx="7123113" cy="2286016"/>
          </a:xfrm>
        </p:spPr>
        <p:txBody>
          <a:bodyPr anchor="t"/>
          <a:lstStyle>
            <a:lvl1pPr marL="0" indent="0">
              <a:buNone/>
              <a:defRPr sz="2800">
                <a:solidFill>
                  <a:schemeClr val="bg1"/>
                </a:solidFill>
              </a:defRPr>
            </a:lvl1pPr>
            <a:lvl2pPr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7" name="Rectangle 6"/>
          <p:cNvSpPr/>
          <p:nvPr/>
        </p:nvSpPr>
        <p:spPr bwMode="white">
          <a:xfrm>
            <a:off x="0" y="1214422"/>
            <a:ext cx="9144000" cy="1143000"/>
          </a:xfrm>
          <a:prstGeom prst="rect">
            <a:avLst/>
          </a:prstGeom>
          <a:solidFill>
            <a:srgbClr val="FFFFFF"/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8" name="Rectangle 7"/>
          <p:cNvSpPr/>
          <p:nvPr/>
        </p:nvSpPr>
        <p:spPr>
          <a:xfrm>
            <a:off x="0" y="1285860"/>
            <a:ext cx="1295400" cy="990600"/>
          </a:xfrm>
          <a:prstGeom prst="rect">
            <a:avLst/>
          </a:prstGeom>
          <a:solidFill>
            <a:srgbClr val="32B2D9"/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9" name="Rectangle 8"/>
          <p:cNvSpPr/>
          <p:nvPr/>
        </p:nvSpPr>
        <p:spPr>
          <a:xfrm>
            <a:off x="1371600" y="1285860"/>
            <a:ext cx="7772400" cy="990600"/>
          </a:xfrm>
          <a:prstGeom prst="rect">
            <a:avLst/>
          </a:prstGeom>
          <a:solidFill>
            <a:srgbClr val="69657E"/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28728" y="1285860"/>
            <a:ext cx="7620000" cy="990600"/>
          </a:xfrm>
        </p:spPr>
        <p:txBody>
          <a:bodyPr/>
          <a:lstStyle>
            <a:lvl1pPr algn="l">
              <a:buNone/>
              <a:defRPr sz="4400" b="0" cap="none">
                <a:solidFill>
                  <a:srgbClr val="FFFFFF"/>
                </a:solidFill>
              </a:defRPr>
            </a:lvl1pPr>
          </a:lstStyle>
          <a:p>
            <a:r>
              <a:rPr kumimoji="0" lang="en-US" smtClean="0"/>
              <a:t>Click to edit Master title style</a:t>
            </a:r>
            <a:endParaRPr kumimoji="0" lang="en-US" dirty="0"/>
          </a:p>
        </p:txBody>
      </p:sp>
      <p:sp>
        <p:nvSpPr>
          <p:cNvPr id="12" name="Date Placeholder 1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531573-7E56-46B8-92C7-4B061504DAB6}" type="datetimeFigureOut">
              <a:rPr lang="en-US" smtClean="0"/>
              <a:pPr/>
              <a:t>4/28/2009</a:t>
            </a:fld>
            <a:endParaRPr lang="en-US" dirty="0"/>
          </a:p>
        </p:txBody>
      </p:sp>
      <p:sp>
        <p:nvSpPr>
          <p:cNvPr id="14" name="Footer Placeholder 13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endParaRPr lang="en-US" dirty="0"/>
          </a:p>
        </p:txBody>
      </p:sp>
      <p:pic>
        <p:nvPicPr>
          <p:cNvPr id="1026" name="Picture 2" descr="F:\IconExperience\all\all\48x48\plain\book_blue_new.png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357158" y="1428736"/>
            <a:ext cx="617537" cy="617537"/>
          </a:xfrm>
          <a:prstGeom prst="rect">
            <a:avLst/>
          </a:prstGeom>
          <a:noFill/>
        </p:spPr>
      </p:pic>
      <p:pic>
        <p:nvPicPr>
          <p:cNvPr id="10" name="Picture 2" descr="F:\IconExperience\all\all\48x48\plain\book_blue_new.png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357158" y="1428736"/>
            <a:ext cx="617537" cy="617537"/>
          </a:xfrm>
          <a:prstGeom prst="rect">
            <a:avLst/>
          </a:prstGeom>
          <a:noFill/>
        </p:spPr>
      </p:pic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Dem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57290" y="2285992"/>
            <a:ext cx="7123113" cy="3500462"/>
          </a:xfrm>
        </p:spPr>
        <p:txBody>
          <a:bodyPr anchor="t"/>
          <a:lstStyle>
            <a:lvl1pPr marL="0" indent="0">
              <a:buFontTx/>
              <a:buBlip>
                <a:blip r:embed="rId2"/>
              </a:buBlip>
              <a:defRPr sz="2800">
                <a:solidFill>
                  <a:schemeClr val="bg1"/>
                </a:solidFill>
              </a:defRPr>
            </a:lvl1pPr>
            <a:lvl2pPr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7" name="Rectangle 6"/>
          <p:cNvSpPr/>
          <p:nvPr/>
        </p:nvSpPr>
        <p:spPr bwMode="white">
          <a:xfrm>
            <a:off x="0" y="928670"/>
            <a:ext cx="9144000" cy="1143000"/>
          </a:xfrm>
          <a:prstGeom prst="rect">
            <a:avLst/>
          </a:prstGeom>
          <a:solidFill>
            <a:srgbClr val="FFFFFF"/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8" name="Rectangle 7"/>
          <p:cNvSpPr/>
          <p:nvPr/>
        </p:nvSpPr>
        <p:spPr>
          <a:xfrm>
            <a:off x="0" y="1009640"/>
            <a:ext cx="1295400" cy="990600"/>
          </a:xfrm>
          <a:prstGeom prst="rect">
            <a:avLst/>
          </a:prstGeom>
          <a:solidFill>
            <a:srgbClr val="32B2D9"/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9" name="Rectangle 8"/>
          <p:cNvSpPr/>
          <p:nvPr/>
        </p:nvSpPr>
        <p:spPr>
          <a:xfrm>
            <a:off x="1371600" y="1000108"/>
            <a:ext cx="7772400" cy="990600"/>
          </a:xfrm>
          <a:prstGeom prst="rect">
            <a:avLst/>
          </a:prstGeom>
          <a:solidFill>
            <a:srgbClr val="69657E"/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71600" y="928670"/>
            <a:ext cx="7620000" cy="990600"/>
          </a:xfrm>
        </p:spPr>
        <p:txBody>
          <a:bodyPr/>
          <a:lstStyle>
            <a:lvl1pPr algn="l">
              <a:buNone/>
              <a:defRPr sz="4400" b="0" cap="none">
                <a:solidFill>
                  <a:srgbClr val="FFFFFF"/>
                </a:solidFill>
              </a:defRPr>
            </a:lvl1pPr>
          </a:lstStyle>
          <a:p>
            <a:r>
              <a:rPr kumimoji="0" lang="en-US" smtClean="0"/>
              <a:t>Click to edit Master title style</a:t>
            </a:r>
            <a:endParaRPr kumimoji="0" lang="en-US" dirty="0"/>
          </a:p>
        </p:txBody>
      </p:sp>
      <p:sp>
        <p:nvSpPr>
          <p:cNvPr id="12" name="Date Placeholder 1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531573-7E56-46B8-92C7-4B061504DAB6}" type="datetimeFigureOut">
              <a:rPr lang="en-US" smtClean="0"/>
              <a:pPr/>
              <a:t>4/28/2009</a:t>
            </a:fld>
            <a:endParaRPr lang="en-US" dirty="0"/>
          </a:p>
        </p:txBody>
      </p:sp>
      <p:sp>
        <p:nvSpPr>
          <p:cNvPr id="13" name="Slide Number Placeholder 12"/>
          <p:cNvSpPr>
            <a:spLocks noGrp="1"/>
          </p:cNvSpPr>
          <p:nvPr>
            <p:ph type="sldNum" sz="quarter" idx="11"/>
          </p:nvPr>
        </p:nvSpPr>
        <p:spPr>
          <a:xfrm>
            <a:off x="0" y="1081070"/>
            <a:ext cx="1295400" cy="701676"/>
          </a:xfrm>
        </p:spPr>
        <p:txBody>
          <a:bodyPr>
            <a:noAutofit/>
          </a:bodyPr>
          <a:lstStyle>
            <a:lvl1pPr>
              <a:defRPr sz="2400">
                <a:solidFill>
                  <a:srgbClr val="FFFFFF"/>
                </a:solidFill>
              </a:defRPr>
            </a:lvl1pPr>
          </a:lstStyle>
          <a:p>
            <a:fld id="{E354D2CE-F660-4131-9336-DFD1544F58E4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4" name="Footer Placeholder 13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endParaRPr lang="en-US" dirty="0"/>
          </a:p>
        </p:txBody>
      </p:sp>
      <p:pic>
        <p:nvPicPr>
          <p:cNvPr id="4099" name="Picture 3" descr="F:\IconExperience\all\all\48x48\plain\step.png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357158" y="1142984"/>
            <a:ext cx="617538" cy="617538"/>
          </a:xfrm>
          <a:prstGeom prst="rect">
            <a:avLst/>
          </a:prstGeom>
          <a:noFill/>
        </p:spPr>
      </p:pic>
      <p:pic>
        <p:nvPicPr>
          <p:cNvPr id="11" name="Picture 3" descr="F:\IconExperience\all\all\48x48\plain\step.png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357158" y="1142984"/>
            <a:ext cx="617538" cy="617538"/>
          </a:xfrm>
          <a:prstGeom prst="rect">
            <a:avLst/>
          </a:prstGeom>
          <a:noFill/>
        </p:spPr>
      </p:pic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9" name="Content Placeholder 8"/>
          <p:cNvSpPr>
            <a:spLocks noGrp="1"/>
          </p:cNvSpPr>
          <p:nvPr>
            <p:ph sz="quarter" idx="1"/>
          </p:nvPr>
        </p:nvSpPr>
        <p:spPr>
          <a:xfrm>
            <a:off x="609600" y="1589567"/>
            <a:ext cx="3886200" cy="4572000"/>
          </a:xfrm>
        </p:spPr>
        <p:txBody>
          <a:bodyPr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11" name="Content Placeholder 10"/>
          <p:cNvSpPr>
            <a:spLocks noGrp="1"/>
          </p:cNvSpPr>
          <p:nvPr>
            <p:ph sz="quarter" idx="2"/>
          </p:nvPr>
        </p:nvSpPr>
        <p:spPr>
          <a:xfrm>
            <a:off x="4844901" y="1589567"/>
            <a:ext cx="3886200" cy="4572000"/>
          </a:xfrm>
        </p:spPr>
        <p:txBody>
          <a:bodyPr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8" name="Date Placeholder 7"/>
          <p:cNvSpPr>
            <a:spLocks noGrp="1"/>
          </p:cNvSpPr>
          <p:nvPr>
            <p:ph type="dt" sz="half" idx="15"/>
          </p:nvPr>
        </p:nvSpPr>
        <p:spPr/>
        <p:txBody>
          <a:bodyPr rtlCol="0"/>
          <a:lstStyle/>
          <a:p>
            <a:fld id="{BA531573-7E56-46B8-92C7-4B061504DAB6}" type="datetimeFigureOut">
              <a:rPr lang="en-US" smtClean="0"/>
              <a:pPr/>
              <a:t>4/28/2009</a:t>
            </a:fld>
            <a:endParaRPr lang="en-US" dirty="0"/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6"/>
          </p:nvPr>
        </p:nvSpPr>
        <p:spPr/>
        <p:txBody>
          <a:bodyPr rtlCol="0"/>
          <a:lstStyle/>
          <a:p>
            <a:fld id="{E354D2CE-F660-4131-9336-DFD1544F58E4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2" name="Footer Placeholder 11"/>
          <p:cNvSpPr>
            <a:spLocks noGrp="1"/>
          </p:cNvSpPr>
          <p:nvPr>
            <p:ph type="ftr" sz="quarter" idx="17"/>
          </p:nvPr>
        </p:nvSpPr>
        <p:spPr/>
        <p:txBody>
          <a:bodyPr rtlCol="0"/>
          <a:lstStyle/>
          <a:p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531573-7E56-46B8-92C7-4B061504DAB6}" type="datetimeFigureOut">
              <a:rPr lang="en-US" smtClean="0"/>
              <a:pPr/>
              <a:t>4/28/2009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fld id="{E354D2CE-F660-4131-9336-DFD1544F58E4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273050"/>
            <a:ext cx="8077200" cy="869950"/>
          </a:xfrm>
        </p:spPr>
        <p:txBody>
          <a:bodyPr anchor="ctr"/>
          <a:lstStyle>
            <a:lvl1pPr algn="l">
              <a:buNone/>
              <a:defRPr sz="4400" b="0"/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531573-7E56-46B8-92C7-4B061504DAB6}" type="datetimeFigureOut">
              <a:rPr lang="en-US" smtClean="0"/>
              <a:pPr/>
              <a:t>4/28/2009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fld id="{E354D2CE-F660-4131-9336-DFD1544F58E4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2"/>
          </p:nvPr>
        </p:nvSpPr>
        <p:spPr>
          <a:xfrm>
            <a:off x="609600" y="1752600"/>
            <a:ext cx="1600200" cy="4343400"/>
          </a:xfrm>
          <a:solidFill>
            <a:srgbClr val="69657E"/>
          </a:solidFill>
          <a:ln w="50800" cap="sq" cmpd="dbl" algn="ctr">
            <a:solidFill>
              <a:schemeClr val="accent2"/>
            </a:solidFill>
            <a:prstDash val="solid"/>
            <a:miter lim="800000"/>
          </a:ln>
          <a:effectLst/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lIns="137160" tIns="182880" rIns="137160" bIns="91440"/>
          <a:lstStyle>
            <a:lvl1pPr marL="0" indent="0">
              <a:spcAft>
                <a:spcPts val="1000"/>
              </a:spcAft>
              <a:buNone/>
              <a:defRPr sz="1800"/>
            </a:lvl1pPr>
            <a:lvl2pPr>
              <a:buNone/>
              <a:defRPr sz="1200"/>
            </a:lvl2pPr>
            <a:lvl3pPr>
              <a:buNone/>
              <a:defRPr sz="1000"/>
            </a:lvl3pPr>
            <a:lvl4pPr>
              <a:buNone/>
              <a:defRPr sz="900"/>
            </a:lvl4pPr>
            <a:lvl5pPr>
              <a:buNone/>
              <a:defRPr sz="900"/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9" name="Content Placeholder 8"/>
          <p:cNvSpPr>
            <a:spLocks noGrp="1"/>
          </p:cNvSpPr>
          <p:nvPr>
            <p:ph sz="quarter" idx="1"/>
          </p:nvPr>
        </p:nvSpPr>
        <p:spPr>
          <a:xfrm>
            <a:off x="2362200" y="1752600"/>
            <a:ext cx="6400800" cy="4419600"/>
          </a:xfrm>
        </p:spPr>
        <p:txBody>
          <a:bodyPr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/>
          <p:cNvSpPr>
            <a:spLocks noGrp="1"/>
          </p:cNvSpPr>
          <p:nvPr>
            <p:ph type="body" sz="half" idx="2" hasCustomPrompt="1"/>
          </p:nvPr>
        </p:nvSpPr>
        <p:spPr>
          <a:xfrm>
            <a:off x="1600200" y="5486400"/>
            <a:ext cx="7315200" cy="685800"/>
          </a:xfrm>
        </p:spPr>
        <p:txBody>
          <a:bodyPr/>
          <a:lstStyle>
            <a:lvl1pPr marL="0" indent="0">
              <a:buFontTx/>
              <a:buNone/>
              <a:defRPr sz="1700"/>
            </a:lvl1pPr>
            <a:lvl2pPr>
              <a:buFontTx/>
              <a:buNone/>
              <a:defRPr sz="1200"/>
            </a:lvl2pPr>
            <a:lvl3pPr>
              <a:buFontTx/>
              <a:buNone/>
              <a:defRPr sz="1000"/>
            </a:lvl3pPr>
            <a:lvl4pPr>
              <a:buFontTx/>
              <a:buNone/>
              <a:defRPr sz="900"/>
            </a:lvl4pPr>
            <a:lvl5pPr>
              <a:buFontTx/>
              <a:buNone/>
              <a:defRPr sz="900"/>
            </a:lvl5pPr>
          </a:lstStyle>
          <a:p>
            <a:pPr lvl="0" eaLnBrk="1" latinLnBrk="0" hangingPunct="1"/>
            <a:r>
              <a:rPr kumimoji="0" lang="en-US" dirty="0" smtClean="0"/>
              <a:t>ALEXANDER.PAJER@INTEGRATIONS.AT</a:t>
            </a:r>
          </a:p>
        </p:txBody>
      </p:sp>
      <p:sp>
        <p:nvSpPr>
          <p:cNvPr id="8" name="Rectangle 7"/>
          <p:cNvSpPr/>
          <p:nvPr/>
        </p:nvSpPr>
        <p:spPr bwMode="white">
          <a:xfrm>
            <a:off x="-9144" y="4572000"/>
            <a:ext cx="9144000" cy="886968"/>
          </a:xfrm>
          <a:prstGeom prst="rect">
            <a:avLst/>
          </a:prstGeom>
          <a:solidFill>
            <a:srgbClr val="FFFFFF"/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9" name="Rectangle 8"/>
          <p:cNvSpPr/>
          <p:nvPr/>
        </p:nvSpPr>
        <p:spPr>
          <a:xfrm>
            <a:off x="-9144" y="4663440"/>
            <a:ext cx="1463040" cy="713232"/>
          </a:xfrm>
          <a:prstGeom prst="rect">
            <a:avLst/>
          </a:prstGeom>
          <a:solidFill>
            <a:schemeClr val="accent2">
              <a:alpha val="100000"/>
            </a:scheme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10" name="Rectangle 9"/>
          <p:cNvSpPr/>
          <p:nvPr/>
        </p:nvSpPr>
        <p:spPr>
          <a:xfrm>
            <a:off x="1545336" y="4654296"/>
            <a:ext cx="7598664" cy="713232"/>
          </a:xfrm>
          <a:prstGeom prst="rect">
            <a:avLst/>
          </a:prstGeom>
          <a:solidFill>
            <a:schemeClr val="accent1">
              <a:alpha val="100000"/>
            </a:scheme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1600200" y="4648200"/>
            <a:ext cx="7315200" cy="685800"/>
          </a:xfrm>
        </p:spPr>
        <p:txBody>
          <a:bodyPr anchor="ctr"/>
          <a:lstStyle>
            <a:lvl1pPr algn="l">
              <a:buNone/>
              <a:defRPr sz="2800" b="0">
                <a:solidFill>
                  <a:srgbClr val="FFFFFF"/>
                </a:solidFill>
              </a:defRPr>
            </a:lvl1pPr>
          </a:lstStyle>
          <a:p>
            <a:r>
              <a:rPr kumimoji="0" lang="en-US" dirty="0" smtClean="0"/>
              <a:t>Thank You!!! </a:t>
            </a:r>
            <a:endParaRPr kumimoji="0" lang="en-US" dirty="0"/>
          </a:p>
        </p:txBody>
      </p:sp>
      <p:sp>
        <p:nvSpPr>
          <p:cNvPr id="11" name="Rectangle 10"/>
          <p:cNvSpPr/>
          <p:nvPr/>
        </p:nvSpPr>
        <p:spPr bwMode="white">
          <a:xfrm>
            <a:off x="1447800" y="0"/>
            <a:ext cx="100584" cy="6867144"/>
          </a:xfrm>
          <a:prstGeom prst="rect">
            <a:avLst/>
          </a:prstGeom>
          <a:solidFill>
            <a:srgbClr val="FFFFFF"/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12" name="Date Placeholder 11"/>
          <p:cNvSpPr>
            <a:spLocks noGrp="1"/>
          </p:cNvSpPr>
          <p:nvPr>
            <p:ph type="dt" sz="half" idx="10"/>
          </p:nvPr>
        </p:nvSpPr>
        <p:spPr>
          <a:xfrm>
            <a:off x="6248400" y="6248400"/>
            <a:ext cx="2667000" cy="365125"/>
          </a:xfrm>
        </p:spPr>
        <p:txBody>
          <a:bodyPr rtlCol="0"/>
          <a:lstStyle/>
          <a:p>
            <a:fld id="{BA531573-7E56-46B8-92C7-4B061504DAB6}" type="datetimeFigureOut">
              <a:rPr lang="en-US" smtClean="0"/>
              <a:pPr/>
              <a:t>4/28/2009</a:t>
            </a:fld>
            <a:endParaRPr lang="en-US" dirty="0"/>
          </a:p>
        </p:txBody>
      </p:sp>
      <p:sp>
        <p:nvSpPr>
          <p:cNvPr id="13" name="Slide Number Placeholder 12"/>
          <p:cNvSpPr>
            <a:spLocks noGrp="1"/>
          </p:cNvSpPr>
          <p:nvPr>
            <p:ph type="sldNum" sz="quarter" idx="11"/>
          </p:nvPr>
        </p:nvSpPr>
        <p:spPr>
          <a:xfrm>
            <a:off x="0" y="4667249"/>
            <a:ext cx="1447800" cy="663578"/>
          </a:xfrm>
        </p:spPr>
        <p:txBody>
          <a:bodyPr rtlCol="0"/>
          <a:lstStyle>
            <a:lvl1pPr>
              <a:defRPr sz="2800"/>
            </a:lvl1pPr>
          </a:lstStyle>
          <a:p>
            <a:fld id="{E354D2CE-F660-4131-9336-DFD1544F58E4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4" name="Footer Placeholder 13"/>
          <p:cNvSpPr>
            <a:spLocks noGrp="1"/>
          </p:cNvSpPr>
          <p:nvPr>
            <p:ph type="ftr" sz="quarter" idx="12"/>
          </p:nvPr>
        </p:nvSpPr>
        <p:spPr>
          <a:xfrm>
            <a:off x="1600200" y="6248206"/>
            <a:ext cx="4572000" cy="365125"/>
          </a:xfrm>
        </p:spPr>
        <p:txBody>
          <a:bodyPr rtlCol="0"/>
          <a:lstStyle/>
          <a:p>
            <a:endParaRPr lang="en-US" dirty="0"/>
          </a:p>
        </p:txBody>
      </p:sp>
      <p:pic>
        <p:nvPicPr>
          <p:cNvPr id="3074" name="Picture 2" descr="F:\IconExperience\all\all\128x128\plain\cup.png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4500562" y="1500174"/>
            <a:ext cx="1625600" cy="1625600"/>
          </a:xfrm>
          <a:prstGeom prst="rect">
            <a:avLst/>
          </a:prstGeom>
          <a:noFill/>
        </p:spPr>
      </p:pic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531573-7E56-46B8-92C7-4B061504DAB6}" type="datetimeFigureOut">
              <a:rPr lang="en-US" smtClean="0"/>
              <a:pPr/>
              <a:t>4/28/2009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54D2CE-F660-4131-9336-DFD1544F58E4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53200" y="609600"/>
            <a:ext cx="2057400" cy="5516563"/>
          </a:xfrm>
        </p:spPr>
        <p:txBody>
          <a:bodyPr vert="eaVert"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609600"/>
            <a:ext cx="5562600" cy="5516564"/>
          </a:xfrm>
        </p:spPr>
        <p:txBody>
          <a:bodyPr vert="eaVert"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553200" y="6248402"/>
            <a:ext cx="2209800" cy="365125"/>
          </a:xfrm>
        </p:spPr>
        <p:txBody>
          <a:bodyPr/>
          <a:lstStyle/>
          <a:p>
            <a:fld id="{BA531573-7E56-46B8-92C7-4B061504DAB6}" type="datetimeFigureOut">
              <a:rPr lang="en-US" smtClean="0"/>
              <a:pPr/>
              <a:t>4/28/2009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457201" y="6248207"/>
            <a:ext cx="5573483" cy="365125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7" name="Rectangle 6"/>
          <p:cNvSpPr/>
          <p:nvPr/>
        </p:nvSpPr>
        <p:spPr bwMode="white">
          <a:xfrm>
            <a:off x="6096318" y="0"/>
            <a:ext cx="320040" cy="6858000"/>
          </a:xfrm>
          <a:prstGeom prst="rect">
            <a:avLst/>
          </a:prstGeom>
          <a:solidFill>
            <a:srgbClr val="FFFFFF"/>
          </a:solidFill>
          <a:ln w="19050" cap="flat" cmpd="sng" algn="ctr">
            <a:noFill/>
            <a:prstDash val="solid"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8" name="Rectangle 7"/>
          <p:cNvSpPr/>
          <p:nvPr/>
        </p:nvSpPr>
        <p:spPr>
          <a:xfrm>
            <a:off x="6142038" y="609600"/>
            <a:ext cx="228600" cy="6248400"/>
          </a:xfrm>
          <a:prstGeom prst="rect">
            <a:avLst/>
          </a:prstGeom>
          <a:solidFill>
            <a:schemeClr val="accent1"/>
          </a:solidFill>
          <a:ln w="19050" cap="flat" cmpd="sng" algn="ctr">
            <a:noFill/>
            <a:prstDash val="solid"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9" name="Rectangle 8"/>
          <p:cNvSpPr/>
          <p:nvPr/>
        </p:nvSpPr>
        <p:spPr>
          <a:xfrm>
            <a:off x="6142038" y="0"/>
            <a:ext cx="228600" cy="533400"/>
          </a:xfrm>
          <a:prstGeom prst="rect">
            <a:avLst/>
          </a:prstGeom>
          <a:solidFill>
            <a:schemeClr val="accent2"/>
          </a:solidFill>
          <a:ln w="19050" cap="flat" cmpd="sng" algn="ctr">
            <a:noFill/>
            <a:prstDash val="solid"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 rot="5400000">
            <a:off x="5989638" y="144462"/>
            <a:ext cx="533400" cy="244476"/>
          </a:xfrm>
        </p:spPr>
        <p:txBody>
          <a:bodyPr/>
          <a:lstStyle/>
          <a:p>
            <a:fld id="{E354D2CE-F660-4131-9336-DFD1544F58E4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amp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12648" y="228600"/>
            <a:ext cx="7031186" cy="990600"/>
          </a:xfrm>
        </p:spPr>
        <p:txBody>
          <a:bodyPr/>
          <a:lstStyle/>
          <a:p>
            <a:r>
              <a:rPr kumimoji="0" lang="en-US" smtClean="0"/>
              <a:t>Click to edit Master title style</a:t>
            </a:r>
            <a:endParaRPr kumimoji="0" lang="en-US" dirty="0"/>
          </a:p>
        </p:txBody>
      </p:sp>
      <p:sp>
        <p:nvSpPr>
          <p:cNvPr id="9" name="Text Placeholder 8"/>
          <p:cNvSpPr>
            <a:spLocks noGrp="1"/>
          </p:cNvSpPr>
          <p:nvPr>
            <p:ph type="body" sz="quarter" idx="13"/>
          </p:nvPr>
        </p:nvSpPr>
        <p:spPr>
          <a:xfrm>
            <a:off x="642939" y="1785926"/>
            <a:ext cx="8143903" cy="4643470"/>
          </a:xfrm>
          <a:noFill/>
          <a:ln w="19050" cap="rnd" cmpd="sng">
            <a:noFill/>
          </a:ln>
          <a:effectLst/>
        </p:spPr>
        <p:txBody>
          <a:bodyPr>
            <a:noAutofit/>
          </a:bodyPr>
          <a:lstStyle>
            <a:lvl1pPr>
              <a:buFontTx/>
              <a:buNone/>
              <a:defRPr kumimoji="0" lang="de-AT" sz="2400" b="1" kern="1200" dirty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en-US" smtClean="0"/>
              <a:t>Click to edit Master text styles</a:t>
            </a:r>
          </a:p>
        </p:txBody>
      </p:sp>
      <p:pic>
        <p:nvPicPr>
          <p:cNvPr id="3074" name="Picture 2" descr="F:\IconExperience\all\all\48x48\plain\components.png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8001024" y="428604"/>
            <a:ext cx="617538" cy="617538"/>
          </a:xfrm>
          <a:prstGeom prst="rect">
            <a:avLst/>
          </a:prstGeom>
          <a:noFill/>
        </p:spPr>
      </p:pic>
      <p:pic>
        <p:nvPicPr>
          <p:cNvPr id="5" name="Picture 2" descr="F:\IconExperience\all\all\48x48\plain\components.png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8001024" y="428604"/>
            <a:ext cx="617538" cy="617538"/>
          </a:xfrm>
          <a:prstGeom prst="rect">
            <a:avLst/>
          </a:prstGeom>
          <a:noFill/>
        </p:spPr>
      </p:pic>
      <p:pic>
        <p:nvPicPr>
          <p:cNvPr id="6" name="Picture 2" descr="F:\IconExperience\all\all\48x48\plain\components.png"/>
          <p:cNvPicPr>
            <a:picLocks noChangeAspect="1" noChangeArrowheads="1"/>
          </p:cNvPicPr>
          <p:nvPr userDrawn="1"/>
        </p:nvPicPr>
        <p:blipFill>
          <a:blip r:embed="rId2"/>
          <a:srcRect/>
          <a:stretch>
            <a:fillRect/>
          </a:stretch>
        </p:blipFill>
        <p:spPr bwMode="auto">
          <a:xfrm>
            <a:off x="8001024" y="428604"/>
            <a:ext cx="617538" cy="617538"/>
          </a:xfrm>
          <a:prstGeom prst="rect">
            <a:avLst/>
          </a:prstGeom>
          <a:noFill/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rev="1">
        <p:tmplLst>
          <p:tmpl>
            <p:tnLst>
              <p:par>
                <p:cTn presetID="3" presetClass="entr" presetSubtype="10" fill="hold" nodeType="clickEffect" nodePh="1">
                  <p:stCondLst>
                    <p:cond delay="0"/>
                  </p:stCondLst>
                  <p:endCondLst>
                    <p:cond evt="begin" delay="0"/>
                  </p:end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9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blinds(horizontal)">
                      <p:cBhvr>
                        <p:cTn dur="500"/>
                        <p:tgtEl>
                          <p:spTgt spid="9"/>
                        </p:tgtEl>
                      </p:cBhvr>
                    </p:animEffect>
                  </p:childTnLst>
                </p:cTn>
              </p:par>
            </p:tnLst>
          </p:tmpl>
        </p:tmplLst>
      </p:bldP>
    </p:bldLst>
  </p:timing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de Pattern with Definition and Samp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12648" y="228600"/>
            <a:ext cx="7174062" cy="990600"/>
          </a:xfrm>
        </p:spPr>
        <p:txBody>
          <a:bodyPr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9" name="Text Placeholder 8"/>
          <p:cNvSpPr>
            <a:spLocks noGrp="1"/>
          </p:cNvSpPr>
          <p:nvPr>
            <p:ph type="body" sz="quarter" idx="13"/>
          </p:nvPr>
        </p:nvSpPr>
        <p:spPr>
          <a:xfrm>
            <a:off x="642939" y="4214818"/>
            <a:ext cx="8143903" cy="2214578"/>
          </a:xfrm>
          <a:solidFill>
            <a:schemeClr val="accent5">
              <a:lumMod val="40000"/>
              <a:lumOff val="60000"/>
            </a:schemeClr>
          </a:solidFill>
          <a:ln w="19050" cap="rnd" cmpd="sng">
            <a:noFill/>
          </a:ln>
          <a:effectLst/>
        </p:spPr>
        <p:txBody>
          <a:bodyPr>
            <a:noAutofit/>
          </a:bodyPr>
          <a:lstStyle>
            <a:lvl1pPr>
              <a:buNone/>
              <a:defRPr kumimoji="0" lang="de-AT" sz="1800" b="1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14" name="Text Placeholder 13"/>
          <p:cNvSpPr>
            <a:spLocks noGrp="1"/>
          </p:cNvSpPr>
          <p:nvPr>
            <p:ph type="body" sz="quarter" idx="14"/>
          </p:nvPr>
        </p:nvSpPr>
        <p:spPr>
          <a:xfrm>
            <a:off x="642938" y="1714500"/>
            <a:ext cx="8143875" cy="1143000"/>
          </a:xfrm>
          <a:solidFill>
            <a:schemeClr val="accent5">
              <a:lumMod val="40000"/>
              <a:lumOff val="60000"/>
            </a:schemeClr>
          </a:solidFill>
          <a:ln>
            <a:noFill/>
          </a:ln>
        </p:spPr>
        <p:txBody>
          <a:bodyPr>
            <a:normAutofit/>
          </a:bodyPr>
          <a:lstStyle>
            <a:lvl1pPr>
              <a:buNone/>
              <a:defRPr sz="2000" b="1"/>
            </a:lvl1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16" name="Text Placeholder 15"/>
          <p:cNvSpPr>
            <a:spLocks noGrp="1"/>
          </p:cNvSpPr>
          <p:nvPr>
            <p:ph type="body" sz="quarter" idx="15"/>
          </p:nvPr>
        </p:nvSpPr>
        <p:spPr>
          <a:xfrm>
            <a:off x="642910" y="3096525"/>
            <a:ext cx="8143875" cy="857255"/>
          </a:xfrm>
          <a:solidFill>
            <a:schemeClr val="tx2"/>
          </a:solidFill>
        </p:spPr>
        <p:txBody>
          <a:bodyPr>
            <a:normAutofit/>
          </a:bodyPr>
          <a:lstStyle>
            <a:lvl1pPr>
              <a:buNone/>
              <a:defRPr kumimoji="0" lang="de-AT" sz="2000" b="1" kern="1200" dirty="0" smtClean="0">
                <a:solidFill>
                  <a:schemeClr val="bg2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smtClean="0"/>
              <a:t>Click to edit Master text styles</a:t>
            </a:r>
          </a:p>
        </p:txBody>
      </p:sp>
      <p:pic>
        <p:nvPicPr>
          <p:cNvPr id="2050" name="Picture 2" descr="F:\IconExperience\all\all\48x48\plain\components.png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8143900" y="428604"/>
            <a:ext cx="617538" cy="617538"/>
          </a:xfrm>
          <a:prstGeom prst="rect">
            <a:avLst/>
          </a:prstGeom>
          <a:noFill/>
        </p:spPr>
      </p:pic>
      <p:pic>
        <p:nvPicPr>
          <p:cNvPr id="7" name="Picture 2" descr="F:\IconExperience\all\all\48x48\plain\components.png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8143900" y="428604"/>
            <a:ext cx="617538" cy="617538"/>
          </a:xfrm>
          <a:prstGeom prst="rect">
            <a:avLst/>
          </a:prstGeom>
          <a:noFill/>
        </p:spPr>
      </p:pic>
      <p:pic>
        <p:nvPicPr>
          <p:cNvPr id="8" name="Picture 2" descr="F:\IconExperience\all\all\48x48\plain\components.png"/>
          <p:cNvPicPr>
            <a:picLocks noChangeAspect="1" noChangeArrowheads="1"/>
          </p:cNvPicPr>
          <p:nvPr userDrawn="1"/>
        </p:nvPicPr>
        <p:blipFill>
          <a:blip r:embed="rId2"/>
          <a:srcRect/>
          <a:stretch>
            <a:fillRect/>
          </a:stretch>
        </p:blipFill>
        <p:spPr bwMode="auto">
          <a:xfrm>
            <a:off x="8143900" y="428604"/>
            <a:ext cx="617538" cy="617538"/>
          </a:xfrm>
          <a:prstGeom prst="rect">
            <a:avLst/>
          </a:prstGeom>
          <a:noFill/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>
                                            <p:txEl>
                                              <p:charRg st="4294967295" end="429496729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16">
                                            <p:txEl>
                                              <p:charRg st="4294967295" end="429496729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 rev="1">
        <p:tmplLst>
          <p:tmpl>
            <p:tnLst>
              <p:par>
                <p:cTn presetID="3" presetClass="entr" presetSubtype="10" fill="hold" nodeType="click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9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blinds(horizontal)">
                      <p:cBhvr>
                        <p:cTn dur="500"/>
                        <p:tgtEl>
                          <p:spTgt spid="9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14" grpId="0" animBg="1">
        <p:tmplLst>
          <p:tmpl>
            <p:tnLst>
              <p:par>
                <p:cTn presetID="3" presetClass="entr" presetSubtype="10" fill="hold" nodeType="click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4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blinds(horizontal)">
                      <p:cBhvr>
                        <p:cTn dur="500"/>
                        <p:tgtEl>
                          <p:spTgt spid="14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16" grpId="0" autoUpdateAnimBg="0">
        <p:tmplLst>
          <p:tmpl lvl="1">
            <p:tnLst>
              <p:par>
                <p:cTn presetID="3" presetClass="entr" presetSubtype="10" fill="hold" nodeType="clickEffect" nodePh="1">
                  <p:stCondLst>
                    <p:cond delay="0"/>
                  </p:stCondLst>
                  <p:endCondLst>
                    <p:cond evt="begin" delay="0"/>
                  </p:end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6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blinds(horizontal)">
                      <p:cBhvr>
                        <p:cTn dur="500"/>
                        <p:tgtEl>
                          <p:spTgt spid="16"/>
                        </p:tgtEl>
                      </p:cBhvr>
                    </p:animEffect>
                  </p:childTnLst>
                </p:cTn>
              </p:par>
            </p:tnLst>
          </p:tmpl>
        </p:tmplLst>
      </p:bldP>
    </p:bldLst>
  </p:timing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inition and Samp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12648" y="228600"/>
            <a:ext cx="7174062" cy="990600"/>
          </a:xfrm>
        </p:spPr>
        <p:txBody>
          <a:bodyPr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9" name="Text Placeholder 8"/>
          <p:cNvSpPr>
            <a:spLocks noGrp="1"/>
          </p:cNvSpPr>
          <p:nvPr>
            <p:ph type="body" sz="quarter" idx="13"/>
          </p:nvPr>
        </p:nvSpPr>
        <p:spPr>
          <a:xfrm>
            <a:off x="642939" y="3000372"/>
            <a:ext cx="8143903" cy="3429024"/>
          </a:xfrm>
          <a:solidFill>
            <a:schemeClr val="accent5">
              <a:lumMod val="40000"/>
              <a:lumOff val="60000"/>
            </a:schemeClr>
          </a:solidFill>
          <a:ln w="19050" cap="rnd" cmpd="sng">
            <a:noFill/>
          </a:ln>
          <a:effectLst/>
        </p:spPr>
        <p:txBody>
          <a:bodyPr>
            <a:noAutofit/>
          </a:bodyPr>
          <a:lstStyle>
            <a:lvl1pPr>
              <a:buNone/>
              <a:defRPr kumimoji="0" lang="de-AT" sz="1800" b="1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16" name="Text Placeholder 15"/>
          <p:cNvSpPr>
            <a:spLocks noGrp="1"/>
          </p:cNvSpPr>
          <p:nvPr>
            <p:ph type="body" sz="quarter" idx="15"/>
          </p:nvPr>
        </p:nvSpPr>
        <p:spPr>
          <a:xfrm>
            <a:off x="642910" y="1785926"/>
            <a:ext cx="8143875" cy="857255"/>
          </a:xfrm>
          <a:solidFill>
            <a:schemeClr val="accent1"/>
          </a:solidFill>
        </p:spPr>
        <p:txBody>
          <a:bodyPr>
            <a:normAutofit/>
          </a:bodyPr>
          <a:lstStyle>
            <a:lvl1pPr>
              <a:buNone/>
              <a:defRPr kumimoji="0" lang="de-AT" sz="2000" b="1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smtClean="0"/>
              <a:t>Click to edit Master text styles</a:t>
            </a:r>
          </a:p>
        </p:txBody>
      </p:sp>
      <p:pic>
        <p:nvPicPr>
          <p:cNvPr id="1028" name="Picture 4" descr="F:\IconExperience\all\all\48x48\plain\components.png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8072462" y="428604"/>
            <a:ext cx="617537" cy="617537"/>
          </a:xfrm>
          <a:prstGeom prst="rect">
            <a:avLst/>
          </a:prstGeom>
          <a:noFill/>
        </p:spPr>
      </p:pic>
      <p:pic>
        <p:nvPicPr>
          <p:cNvPr id="6" name="Picture 4" descr="F:\IconExperience\all\all\48x48\plain\components.png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8072462" y="428604"/>
            <a:ext cx="617537" cy="617537"/>
          </a:xfrm>
          <a:prstGeom prst="rect">
            <a:avLst/>
          </a:prstGeom>
          <a:noFill/>
        </p:spPr>
      </p:pic>
      <p:pic>
        <p:nvPicPr>
          <p:cNvPr id="7" name="Picture 4" descr="F:\IconExperience\all\all\48x48\plain\components.png"/>
          <p:cNvPicPr>
            <a:picLocks noChangeAspect="1" noChangeArrowheads="1"/>
          </p:cNvPicPr>
          <p:nvPr userDrawn="1"/>
        </p:nvPicPr>
        <p:blipFill>
          <a:blip r:embed="rId2"/>
          <a:srcRect/>
          <a:stretch>
            <a:fillRect/>
          </a:stretch>
        </p:blipFill>
        <p:spPr bwMode="auto">
          <a:xfrm>
            <a:off x="8072462" y="428604"/>
            <a:ext cx="617537" cy="617537"/>
          </a:xfrm>
          <a:prstGeom prst="rect">
            <a:avLst/>
          </a:prstGeom>
          <a:noFill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_Samp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12648" y="228600"/>
            <a:ext cx="7031186" cy="990600"/>
          </a:xfrm>
        </p:spPr>
        <p:txBody>
          <a:bodyPr/>
          <a:lstStyle/>
          <a:p>
            <a:r>
              <a:rPr kumimoji="0" lang="en-US" smtClean="0"/>
              <a:t>Click to edit Master title style</a:t>
            </a:r>
            <a:endParaRPr kumimoji="0" lang="en-US" dirty="0"/>
          </a:p>
        </p:txBody>
      </p:sp>
      <p:sp>
        <p:nvSpPr>
          <p:cNvPr id="9" name="Text Placeholder 8"/>
          <p:cNvSpPr>
            <a:spLocks noGrp="1"/>
          </p:cNvSpPr>
          <p:nvPr>
            <p:ph type="body" sz="quarter" idx="13"/>
          </p:nvPr>
        </p:nvSpPr>
        <p:spPr>
          <a:xfrm>
            <a:off x="642939" y="1785926"/>
            <a:ext cx="8143903" cy="4643470"/>
          </a:xfrm>
          <a:solidFill>
            <a:schemeClr val="accent5">
              <a:lumMod val="40000"/>
              <a:lumOff val="60000"/>
            </a:schemeClr>
          </a:solidFill>
          <a:ln w="19050" cap="rnd" cmpd="sng">
            <a:noFill/>
          </a:ln>
          <a:effectLst/>
        </p:spPr>
        <p:txBody>
          <a:bodyPr>
            <a:noAutofit/>
          </a:bodyPr>
          <a:lstStyle>
            <a:lvl1pPr>
              <a:buNone/>
              <a:defRPr kumimoji="0" lang="de-AT" sz="1800" b="1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en-US" smtClean="0"/>
              <a:t>Click to edit Master text styles</a:t>
            </a:r>
          </a:p>
        </p:txBody>
      </p:sp>
      <p:pic>
        <p:nvPicPr>
          <p:cNvPr id="1030" name="Picture 6" descr="F:\IconExperience\all\all\128x128\plain\schoolboy.png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7929586" y="285728"/>
            <a:ext cx="884238" cy="884238"/>
          </a:xfrm>
          <a:prstGeom prst="rect">
            <a:avLst/>
          </a:prstGeom>
          <a:noFill/>
        </p:spPr>
      </p:pic>
      <p:pic>
        <p:nvPicPr>
          <p:cNvPr id="5" name="Picture 6" descr="F:\IconExperience\all\all\128x128\plain\schoolboy.png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7929586" y="285728"/>
            <a:ext cx="884238" cy="884238"/>
          </a:xfrm>
          <a:prstGeom prst="rect">
            <a:avLst/>
          </a:prstGeom>
          <a:noFill/>
        </p:spPr>
      </p:pic>
      <p:pic>
        <p:nvPicPr>
          <p:cNvPr id="6" name="Picture 6" descr="F:\IconExperience\all\all\128x128\plain\schoolboy.png"/>
          <p:cNvPicPr>
            <a:picLocks noChangeAspect="1" noChangeArrowheads="1"/>
          </p:cNvPicPr>
          <p:nvPr userDrawn="1"/>
        </p:nvPicPr>
        <p:blipFill>
          <a:blip r:embed="rId2"/>
          <a:srcRect/>
          <a:stretch>
            <a:fillRect/>
          </a:stretch>
        </p:blipFill>
        <p:spPr bwMode="auto">
          <a:xfrm>
            <a:off x="7929586" y="285728"/>
            <a:ext cx="884238" cy="884238"/>
          </a:xfrm>
          <a:prstGeom prst="rect">
            <a:avLst/>
          </a:prstGeom>
          <a:noFill/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 rev="1">
        <p:tmplLst>
          <p:tmpl>
            <p:tnLst>
              <p:par>
                <p:cTn presetID="3" presetClass="entr" presetSubtype="10" fill="hold" nodeType="click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9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blinds(horizontal)">
                      <p:cBhvr>
                        <p:cTn dur="500"/>
                        <p:tgtEl>
                          <p:spTgt spid="9"/>
                        </p:tgtEl>
                      </p:cBhvr>
                    </p:animEffect>
                  </p:childTnLst>
                </p:cTn>
              </p:par>
            </p:tnLst>
          </p:tmpl>
        </p:tmplLst>
      </p:bldP>
    </p:bldLst>
  </p:timing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p:transition>
    <p:fade/>
  </p:transition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2_Samp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12648" y="228600"/>
            <a:ext cx="7031186" cy="990600"/>
          </a:xfrm>
        </p:spPr>
        <p:txBody>
          <a:bodyPr/>
          <a:lstStyle/>
          <a:p>
            <a:r>
              <a:rPr kumimoji="0" lang="en-US" smtClean="0"/>
              <a:t>Click to edit Master title style</a:t>
            </a:r>
            <a:endParaRPr kumimoji="0" lang="en-US" dirty="0"/>
          </a:p>
        </p:txBody>
      </p:sp>
      <p:sp>
        <p:nvSpPr>
          <p:cNvPr id="9" name="Text Placeholder 8"/>
          <p:cNvSpPr>
            <a:spLocks noGrp="1"/>
          </p:cNvSpPr>
          <p:nvPr>
            <p:ph type="body" sz="quarter" idx="13" hasCustomPrompt="1"/>
          </p:nvPr>
        </p:nvSpPr>
        <p:spPr>
          <a:xfrm>
            <a:off x="642939" y="1785926"/>
            <a:ext cx="8143903" cy="4643470"/>
          </a:xfrm>
          <a:solidFill>
            <a:schemeClr val="accent5">
              <a:lumMod val="40000"/>
              <a:lumOff val="60000"/>
            </a:schemeClr>
          </a:solidFill>
          <a:ln w="19050" cap="rnd" cmpd="sng">
            <a:noFill/>
          </a:ln>
          <a:effectLst/>
        </p:spPr>
        <p:txBody>
          <a:bodyPr>
            <a:noAutofit/>
          </a:bodyPr>
          <a:lstStyle>
            <a:lvl1pPr>
              <a:buFontTx/>
              <a:buBlip>
                <a:blip r:embed="rId2"/>
              </a:buBlip>
              <a:defRPr kumimoji="0" lang="de-AT" sz="2400" b="1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de-AT" dirty="0" smtClean="0"/>
              <a:t>X</a:t>
            </a:r>
          </a:p>
          <a:p>
            <a:pPr lvl="0"/>
            <a:r>
              <a:rPr lang="de-AT" dirty="0" smtClean="0"/>
              <a:t>ccc</a:t>
            </a:r>
            <a:endParaRPr lang="de-AT" dirty="0"/>
          </a:p>
        </p:txBody>
      </p:sp>
      <p:pic>
        <p:nvPicPr>
          <p:cNvPr id="3074" name="Picture 2" descr="F:\IconExperience\all\all\48x48\plain\components.png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8001024" y="428604"/>
            <a:ext cx="617538" cy="617538"/>
          </a:xfrm>
          <a:prstGeom prst="rect">
            <a:avLst/>
          </a:prstGeom>
          <a:noFill/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 rev="1">
        <p:tmplLst>
          <p:tmpl>
            <p:tnLst>
              <p:par>
                <p:cTn presetID="3" presetClass="entr" presetSubtype="10" fill="hold" nodeType="click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9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blinds(horizontal)">
                      <p:cBhvr>
                        <p:cTn dur="500"/>
                        <p:tgtEl>
                          <p:spTgt spid="9"/>
                        </p:tgtEl>
                      </p:cBhvr>
                    </p:animEffect>
                  </p:childTnLst>
                </p:cTn>
              </p:par>
            </p:tnLst>
          </p:tmpl>
        </p:tmplLst>
      </p:bldP>
    </p:bldLst>
  </p:timing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_Code Pattern with Definition and Samp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12648" y="228600"/>
            <a:ext cx="7174062" cy="990600"/>
          </a:xfrm>
        </p:spPr>
        <p:txBody>
          <a:bodyPr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9" name="Text Placeholder 8"/>
          <p:cNvSpPr>
            <a:spLocks noGrp="1"/>
          </p:cNvSpPr>
          <p:nvPr>
            <p:ph type="body" sz="quarter" idx="13"/>
          </p:nvPr>
        </p:nvSpPr>
        <p:spPr>
          <a:xfrm>
            <a:off x="642939" y="4214818"/>
            <a:ext cx="8143903" cy="2214578"/>
          </a:xfrm>
          <a:solidFill>
            <a:schemeClr val="accent5">
              <a:lumMod val="40000"/>
              <a:lumOff val="60000"/>
            </a:schemeClr>
          </a:solidFill>
          <a:ln w="19050" cap="rnd" cmpd="sng">
            <a:noFill/>
          </a:ln>
          <a:effectLst/>
        </p:spPr>
        <p:txBody>
          <a:bodyPr>
            <a:noAutofit/>
          </a:bodyPr>
          <a:lstStyle>
            <a:lvl1pPr>
              <a:buNone/>
              <a:defRPr kumimoji="0" lang="de-AT" sz="1800" b="1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14" name="Text Placeholder 13"/>
          <p:cNvSpPr>
            <a:spLocks noGrp="1"/>
          </p:cNvSpPr>
          <p:nvPr>
            <p:ph type="body" sz="quarter" idx="14"/>
          </p:nvPr>
        </p:nvSpPr>
        <p:spPr>
          <a:xfrm>
            <a:off x="642938" y="1714500"/>
            <a:ext cx="8143875" cy="1143000"/>
          </a:xfrm>
          <a:solidFill>
            <a:schemeClr val="accent5">
              <a:lumMod val="40000"/>
              <a:lumOff val="60000"/>
            </a:schemeClr>
          </a:solidFill>
          <a:ln>
            <a:noFill/>
          </a:ln>
        </p:spPr>
        <p:txBody>
          <a:bodyPr>
            <a:normAutofit/>
          </a:bodyPr>
          <a:lstStyle>
            <a:lvl1pPr>
              <a:buNone/>
              <a:defRPr sz="2000" b="1"/>
            </a:lvl1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16" name="Text Placeholder 15"/>
          <p:cNvSpPr>
            <a:spLocks noGrp="1"/>
          </p:cNvSpPr>
          <p:nvPr>
            <p:ph type="body" sz="quarter" idx="15"/>
          </p:nvPr>
        </p:nvSpPr>
        <p:spPr>
          <a:xfrm>
            <a:off x="642910" y="3096525"/>
            <a:ext cx="8143875" cy="857255"/>
          </a:xfrm>
          <a:solidFill>
            <a:schemeClr val="tx2"/>
          </a:solidFill>
        </p:spPr>
        <p:txBody>
          <a:bodyPr>
            <a:normAutofit/>
          </a:bodyPr>
          <a:lstStyle>
            <a:lvl1pPr>
              <a:buNone/>
              <a:defRPr kumimoji="0" lang="de-AT" sz="2000" b="1" kern="1200" dirty="0" smtClean="0">
                <a:solidFill>
                  <a:schemeClr val="bg2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smtClean="0"/>
              <a:t>Click to edit Master text styles</a:t>
            </a:r>
          </a:p>
        </p:txBody>
      </p:sp>
      <p:pic>
        <p:nvPicPr>
          <p:cNvPr id="2050" name="Picture 2" descr="F:\IconExperience\all\all\48x48\plain\components.png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8143900" y="428604"/>
            <a:ext cx="617538" cy="617538"/>
          </a:xfrm>
          <a:prstGeom prst="rect">
            <a:avLst/>
          </a:prstGeom>
          <a:noFill/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>
                                            <p:txEl>
                                              <p:charRg st="4294967295" end="429496729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16">
                                            <p:txEl>
                                              <p:charRg st="4294967295" end="429496729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 rev="1">
        <p:tmplLst>
          <p:tmpl>
            <p:tnLst>
              <p:par>
                <p:cTn presetID="3" presetClass="entr" presetSubtype="10" fill="hold" nodeType="click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9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blinds(horizontal)">
                      <p:cBhvr>
                        <p:cTn dur="500"/>
                        <p:tgtEl>
                          <p:spTgt spid="9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14" grpId="0" animBg="1">
        <p:tmplLst>
          <p:tmpl>
            <p:tnLst>
              <p:par>
                <p:cTn presetID="3" presetClass="entr" presetSubtype="10" fill="hold" nodeType="click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4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blinds(horizontal)">
                      <p:cBhvr>
                        <p:cTn dur="500"/>
                        <p:tgtEl>
                          <p:spTgt spid="14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16" grpId="0" autoUpdateAnimBg="0">
        <p:tmplLst>
          <p:tmpl lvl="1">
            <p:tnLst>
              <p:par>
                <p:cTn presetID="3" presetClass="entr" presetSubtype="10" fill="hold" nodeType="clickEffect" nodePh="1">
                  <p:stCondLst>
                    <p:cond delay="0"/>
                  </p:stCondLst>
                  <p:endCondLst>
                    <p:cond evt="begin" delay="0"/>
                  </p:end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6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blinds(horizontal)">
                      <p:cBhvr>
                        <p:cTn dur="500"/>
                        <p:tgtEl>
                          <p:spTgt spid="16"/>
                        </p:tgtEl>
                      </p:cBhvr>
                    </p:animEffect>
                  </p:childTnLst>
                </p:cTn>
              </p:par>
            </p:tnLst>
          </p:tmpl>
        </p:tmplLst>
      </p:bldP>
    </p:bldLst>
  </p:timing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_Definition and Samp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12648" y="228600"/>
            <a:ext cx="7174062" cy="990600"/>
          </a:xfrm>
        </p:spPr>
        <p:txBody>
          <a:bodyPr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9" name="Text Placeholder 8"/>
          <p:cNvSpPr>
            <a:spLocks noGrp="1"/>
          </p:cNvSpPr>
          <p:nvPr>
            <p:ph type="body" sz="quarter" idx="13"/>
          </p:nvPr>
        </p:nvSpPr>
        <p:spPr>
          <a:xfrm>
            <a:off x="642939" y="3000372"/>
            <a:ext cx="8143903" cy="3429024"/>
          </a:xfrm>
          <a:solidFill>
            <a:schemeClr val="accent5">
              <a:lumMod val="40000"/>
              <a:lumOff val="60000"/>
            </a:schemeClr>
          </a:solidFill>
          <a:ln w="19050" cap="rnd" cmpd="sng">
            <a:noFill/>
          </a:ln>
          <a:effectLst/>
        </p:spPr>
        <p:txBody>
          <a:bodyPr>
            <a:noAutofit/>
          </a:bodyPr>
          <a:lstStyle>
            <a:lvl1pPr>
              <a:buNone/>
              <a:defRPr kumimoji="0" lang="de-AT" sz="1800" b="1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16" name="Text Placeholder 15"/>
          <p:cNvSpPr>
            <a:spLocks noGrp="1"/>
          </p:cNvSpPr>
          <p:nvPr>
            <p:ph type="body" sz="quarter" idx="15"/>
          </p:nvPr>
        </p:nvSpPr>
        <p:spPr>
          <a:xfrm>
            <a:off x="642910" y="1785926"/>
            <a:ext cx="8143875" cy="857255"/>
          </a:xfrm>
          <a:solidFill>
            <a:schemeClr val="tx2"/>
          </a:solidFill>
        </p:spPr>
        <p:txBody>
          <a:bodyPr>
            <a:normAutofit/>
          </a:bodyPr>
          <a:lstStyle>
            <a:lvl1pPr>
              <a:buNone/>
              <a:defRPr kumimoji="0" lang="de-AT" sz="2000" b="1" kern="1200" dirty="0" smtClean="0">
                <a:solidFill>
                  <a:schemeClr val="bg2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smtClean="0"/>
              <a:t>Click to edit Master text styles</a:t>
            </a:r>
          </a:p>
        </p:txBody>
      </p:sp>
      <p:pic>
        <p:nvPicPr>
          <p:cNvPr id="1028" name="Picture 4" descr="F:\IconExperience\all\all\48x48\plain\components.png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8072462" y="428604"/>
            <a:ext cx="617537" cy="617537"/>
          </a:xfrm>
          <a:prstGeom prst="rect">
            <a:avLst/>
          </a:prstGeom>
          <a:noFill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_Samp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12648" y="228600"/>
            <a:ext cx="7031186" cy="990600"/>
          </a:xfrm>
        </p:spPr>
        <p:txBody>
          <a:bodyPr/>
          <a:lstStyle/>
          <a:p>
            <a:r>
              <a:rPr kumimoji="0" lang="en-US" smtClean="0"/>
              <a:t>Click to edit Master title style</a:t>
            </a:r>
            <a:endParaRPr kumimoji="0" lang="en-US" dirty="0"/>
          </a:p>
        </p:txBody>
      </p:sp>
      <p:sp>
        <p:nvSpPr>
          <p:cNvPr id="9" name="Text Placeholder 8"/>
          <p:cNvSpPr>
            <a:spLocks noGrp="1"/>
          </p:cNvSpPr>
          <p:nvPr>
            <p:ph type="body" sz="quarter" idx="13"/>
          </p:nvPr>
        </p:nvSpPr>
        <p:spPr>
          <a:xfrm>
            <a:off x="642939" y="1785926"/>
            <a:ext cx="8143903" cy="4643470"/>
          </a:xfrm>
          <a:solidFill>
            <a:schemeClr val="accent5">
              <a:lumMod val="40000"/>
              <a:lumOff val="60000"/>
            </a:schemeClr>
          </a:solidFill>
          <a:ln w="19050" cap="rnd" cmpd="sng">
            <a:noFill/>
          </a:ln>
          <a:effectLst/>
        </p:spPr>
        <p:txBody>
          <a:bodyPr>
            <a:noAutofit/>
          </a:bodyPr>
          <a:lstStyle>
            <a:lvl1pPr>
              <a:buNone/>
              <a:defRPr kumimoji="0" lang="de-AT" sz="1800" b="1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en-US" smtClean="0"/>
              <a:t>Click to edit Master text styles</a:t>
            </a:r>
          </a:p>
        </p:txBody>
      </p:sp>
      <p:pic>
        <p:nvPicPr>
          <p:cNvPr id="1030" name="Picture 6" descr="F:\IconExperience\all\all\128x128\plain\schoolboy.png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7929586" y="285728"/>
            <a:ext cx="884238" cy="884238"/>
          </a:xfrm>
          <a:prstGeom prst="rect">
            <a:avLst/>
          </a:prstGeom>
          <a:noFill/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 rev="1">
        <p:tmplLst>
          <p:tmpl>
            <p:tnLst>
              <p:par>
                <p:cTn presetID="3" presetClass="entr" presetSubtype="10" fill="hold" nodeType="click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9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blinds(horizontal)">
                      <p:cBhvr>
                        <p:cTn dur="500"/>
                        <p:tgtEl>
                          <p:spTgt spid="9"/>
                        </p:tgtEl>
                      </p:cBhvr>
                    </p:animEffect>
                  </p:childTnLst>
                </p:cTn>
              </p:par>
            </p:tnLst>
          </p:tmpl>
        </p:tmplLst>
      </p:bldP>
    </p:bldLst>
  </p:timing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_Definition and Samp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12648" y="228600"/>
            <a:ext cx="7174062" cy="990600"/>
          </a:xfrm>
        </p:spPr>
        <p:txBody>
          <a:bodyPr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9" name="Text Placeholder 8"/>
          <p:cNvSpPr>
            <a:spLocks noGrp="1"/>
          </p:cNvSpPr>
          <p:nvPr>
            <p:ph type="body" sz="quarter" idx="13"/>
          </p:nvPr>
        </p:nvSpPr>
        <p:spPr>
          <a:xfrm>
            <a:off x="642939" y="3000372"/>
            <a:ext cx="8143903" cy="3429024"/>
          </a:xfrm>
          <a:solidFill>
            <a:schemeClr val="accent5">
              <a:lumMod val="40000"/>
              <a:lumOff val="60000"/>
            </a:schemeClr>
          </a:solidFill>
          <a:ln w="19050" cap="rnd" cmpd="sng">
            <a:noFill/>
          </a:ln>
          <a:effectLst/>
        </p:spPr>
        <p:txBody>
          <a:bodyPr>
            <a:noAutofit/>
          </a:bodyPr>
          <a:lstStyle>
            <a:lvl1pPr>
              <a:buNone/>
              <a:defRPr kumimoji="0" lang="de-AT" sz="1800" b="1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endParaRPr lang="de-AT" dirty="0"/>
          </a:p>
        </p:txBody>
      </p:sp>
      <p:sp>
        <p:nvSpPr>
          <p:cNvPr id="16" name="Text Placeholder 15"/>
          <p:cNvSpPr>
            <a:spLocks noGrp="1"/>
          </p:cNvSpPr>
          <p:nvPr>
            <p:ph type="body" sz="quarter" idx="15"/>
          </p:nvPr>
        </p:nvSpPr>
        <p:spPr>
          <a:xfrm>
            <a:off x="642910" y="1785926"/>
            <a:ext cx="8143875" cy="857255"/>
          </a:xfrm>
          <a:solidFill>
            <a:schemeClr val="tx2"/>
          </a:solidFill>
        </p:spPr>
        <p:txBody>
          <a:bodyPr>
            <a:normAutofit/>
          </a:bodyPr>
          <a:lstStyle>
            <a:lvl1pPr>
              <a:buNone/>
              <a:defRPr kumimoji="0" lang="de-AT" sz="2000" b="1" kern="1200" dirty="0" smtClean="0">
                <a:solidFill>
                  <a:schemeClr val="bg2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endParaRPr lang="de-AT" dirty="0"/>
          </a:p>
        </p:txBody>
      </p:sp>
      <p:pic>
        <p:nvPicPr>
          <p:cNvPr id="1028" name="Picture 4" descr="F:\IconExperience\all\all\48x48\plain\components.png"/>
          <p:cNvPicPr>
            <a:picLocks noChangeAspect="1" noChangeArrowheads="1"/>
          </p:cNvPicPr>
          <p:nvPr userDrawn="1"/>
        </p:nvPicPr>
        <p:blipFill>
          <a:blip r:embed="rId2"/>
          <a:srcRect/>
          <a:stretch>
            <a:fillRect/>
          </a:stretch>
        </p:blipFill>
        <p:spPr bwMode="auto">
          <a:xfrm>
            <a:off x="8072462" y="428604"/>
            <a:ext cx="617537" cy="617537"/>
          </a:xfrm>
          <a:prstGeom prst="rect">
            <a:avLst/>
          </a:prstGeom>
          <a:noFill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4_Samp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12648" y="228600"/>
            <a:ext cx="7031186" cy="990600"/>
          </a:xfrm>
        </p:spPr>
        <p:txBody>
          <a:bodyPr/>
          <a:lstStyle/>
          <a:p>
            <a:r>
              <a:rPr kumimoji="0" lang="en-US" dirty="0" smtClean="0"/>
              <a:t>Click to edit Master title style</a:t>
            </a:r>
            <a:endParaRPr kumimoji="0" lang="en-US" dirty="0"/>
          </a:p>
        </p:txBody>
      </p:sp>
      <p:sp>
        <p:nvSpPr>
          <p:cNvPr id="9" name="Text Placeholder 8"/>
          <p:cNvSpPr>
            <a:spLocks noGrp="1"/>
          </p:cNvSpPr>
          <p:nvPr>
            <p:ph type="body" sz="quarter" idx="13" hasCustomPrompt="1"/>
          </p:nvPr>
        </p:nvSpPr>
        <p:spPr>
          <a:xfrm>
            <a:off x="642939" y="1785926"/>
            <a:ext cx="8143903" cy="4643470"/>
          </a:xfrm>
          <a:solidFill>
            <a:schemeClr val="accent5">
              <a:lumMod val="40000"/>
              <a:lumOff val="60000"/>
            </a:schemeClr>
          </a:solidFill>
          <a:ln w="19050" cap="rnd" cmpd="sng">
            <a:noFill/>
          </a:ln>
          <a:effectLst/>
        </p:spPr>
        <p:txBody>
          <a:bodyPr>
            <a:noAutofit/>
          </a:bodyPr>
          <a:lstStyle>
            <a:lvl1pPr>
              <a:buFontTx/>
              <a:buBlip>
                <a:blip r:embed="rId2"/>
              </a:buBlip>
              <a:defRPr kumimoji="0" lang="de-AT" sz="2400" b="1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de-AT" dirty="0" smtClean="0"/>
              <a:t>X</a:t>
            </a:r>
          </a:p>
          <a:p>
            <a:pPr lvl="0"/>
            <a:r>
              <a:rPr lang="de-AT" dirty="0" smtClean="0"/>
              <a:t>ccc</a:t>
            </a:r>
            <a:endParaRPr lang="de-AT" dirty="0"/>
          </a:p>
        </p:txBody>
      </p:sp>
      <p:pic>
        <p:nvPicPr>
          <p:cNvPr id="3074" name="Picture 2" descr="F:\IconExperience\all\all\48x48\plain\components.png"/>
          <p:cNvPicPr>
            <a:picLocks noChangeAspect="1" noChangeArrowheads="1"/>
          </p:cNvPicPr>
          <p:nvPr userDrawn="1"/>
        </p:nvPicPr>
        <p:blipFill>
          <a:blip r:embed="rId3"/>
          <a:srcRect/>
          <a:stretch>
            <a:fillRect/>
          </a:stretch>
        </p:blipFill>
        <p:spPr bwMode="auto">
          <a:xfrm>
            <a:off x="8001024" y="428604"/>
            <a:ext cx="617538" cy="617538"/>
          </a:xfrm>
          <a:prstGeom prst="rect">
            <a:avLst/>
          </a:prstGeom>
          <a:noFill/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 rev="1">
        <p:tmplLst>
          <p:tmpl>
            <p:tnLst>
              <p:par>
                <p:cTn presetID="3" presetClass="entr" presetSubtype="10" fill="hold" nodeType="click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9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blinds(horizontal)">
                      <p:cBhvr>
                        <p:cTn dur="500"/>
                        <p:tgtEl>
                          <p:spTgt spid="9"/>
                        </p:tgtEl>
                      </p:cBhvr>
                    </p:animEffect>
                  </p:childTnLst>
                </p:cTn>
              </p:par>
            </p:tnLst>
          </p:tmpl>
        </p:tmplLst>
      </p:bldP>
    </p:bldLst>
  </p:timing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Code Pattern with Definition and Samp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12648" y="228600"/>
            <a:ext cx="7174062" cy="990600"/>
          </a:xfrm>
        </p:spPr>
        <p:txBody>
          <a:bodyPr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9" name="Text Placeholder 8"/>
          <p:cNvSpPr>
            <a:spLocks noGrp="1"/>
          </p:cNvSpPr>
          <p:nvPr>
            <p:ph type="body" sz="quarter" idx="13"/>
          </p:nvPr>
        </p:nvSpPr>
        <p:spPr>
          <a:xfrm>
            <a:off x="642939" y="4214818"/>
            <a:ext cx="8143903" cy="2214578"/>
          </a:xfrm>
          <a:solidFill>
            <a:schemeClr val="accent5">
              <a:lumMod val="40000"/>
              <a:lumOff val="60000"/>
            </a:schemeClr>
          </a:solidFill>
          <a:ln w="19050" cap="rnd" cmpd="sng">
            <a:noFill/>
          </a:ln>
          <a:effectLst/>
        </p:spPr>
        <p:txBody>
          <a:bodyPr>
            <a:noAutofit/>
          </a:bodyPr>
          <a:lstStyle>
            <a:lvl1pPr>
              <a:buNone/>
              <a:defRPr kumimoji="0" lang="de-AT" sz="1800" b="1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endParaRPr lang="de-AT" dirty="0"/>
          </a:p>
        </p:txBody>
      </p:sp>
      <p:sp>
        <p:nvSpPr>
          <p:cNvPr id="14" name="Text Placeholder 13"/>
          <p:cNvSpPr>
            <a:spLocks noGrp="1"/>
          </p:cNvSpPr>
          <p:nvPr>
            <p:ph type="body" sz="quarter" idx="14"/>
          </p:nvPr>
        </p:nvSpPr>
        <p:spPr>
          <a:xfrm>
            <a:off x="642938" y="1714500"/>
            <a:ext cx="8143875" cy="1143000"/>
          </a:xfrm>
          <a:solidFill>
            <a:schemeClr val="accent5">
              <a:lumMod val="40000"/>
              <a:lumOff val="60000"/>
            </a:schemeClr>
          </a:solidFill>
          <a:ln>
            <a:noFill/>
          </a:ln>
        </p:spPr>
        <p:txBody>
          <a:bodyPr>
            <a:normAutofit/>
          </a:bodyPr>
          <a:lstStyle>
            <a:lvl1pPr>
              <a:buNone/>
              <a:defRPr sz="2000" b="1"/>
            </a:lvl1pPr>
          </a:lstStyle>
          <a:p>
            <a:pPr lvl="0"/>
            <a:endParaRPr lang="de-AT" dirty="0"/>
          </a:p>
        </p:txBody>
      </p:sp>
      <p:sp>
        <p:nvSpPr>
          <p:cNvPr id="16" name="Text Placeholder 15"/>
          <p:cNvSpPr>
            <a:spLocks noGrp="1"/>
          </p:cNvSpPr>
          <p:nvPr>
            <p:ph type="body" sz="quarter" idx="15"/>
          </p:nvPr>
        </p:nvSpPr>
        <p:spPr>
          <a:xfrm>
            <a:off x="642910" y="3096525"/>
            <a:ext cx="8143875" cy="857255"/>
          </a:xfrm>
          <a:solidFill>
            <a:schemeClr val="tx2"/>
          </a:solidFill>
        </p:spPr>
        <p:txBody>
          <a:bodyPr>
            <a:normAutofit/>
          </a:bodyPr>
          <a:lstStyle>
            <a:lvl1pPr>
              <a:buNone/>
              <a:defRPr kumimoji="0" lang="de-AT" sz="2000" b="1" kern="1200" dirty="0" smtClean="0">
                <a:solidFill>
                  <a:schemeClr val="bg2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endParaRPr lang="de-AT" dirty="0"/>
          </a:p>
        </p:txBody>
      </p:sp>
      <p:pic>
        <p:nvPicPr>
          <p:cNvPr id="2050" name="Picture 2" descr="F:\IconExperience\all\all\48x48\plain\components.png"/>
          <p:cNvPicPr>
            <a:picLocks noChangeAspect="1" noChangeArrowheads="1"/>
          </p:cNvPicPr>
          <p:nvPr userDrawn="1"/>
        </p:nvPicPr>
        <p:blipFill>
          <a:blip r:embed="rId2"/>
          <a:srcRect/>
          <a:stretch>
            <a:fillRect/>
          </a:stretch>
        </p:blipFill>
        <p:spPr bwMode="auto">
          <a:xfrm>
            <a:off x="8143900" y="428604"/>
            <a:ext cx="617538" cy="617538"/>
          </a:xfrm>
          <a:prstGeom prst="rect">
            <a:avLst/>
          </a:prstGeom>
          <a:noFill/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>
                                            <p:txEl>
                                              <p:charRg st="4294967295" end="429496729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16">
                                            <p:txEl>
                                              <p:charRg st="4294967295" end="429496729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 rev="1">
        <p:tmplLst>
          <p:tmpl>
            <p:tnLst>
              <p:par>
                <p:cTn presetID="3" presetClass="entr" presetSubtype="10" fill="hold" nodeType="click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9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blinds(horizontal)">
                      <p:cBhvr>
                        <p:cTn dur="500"/>
                        <p:tgtEl>
                          <p:spTgt spid="9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14" grpId="0" animBg="1">
        <p:tmplLst>
          <p:tmpl>
            <p:tnLst>
              <p:par>
                <p:cTn presetID="3" presetClass="entr" presetSubtype="10" fill="hold" nodeType="click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4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blinds(horizontal)">
                      <p:cBhvr>
                        <p:cTn dur="500"/>
                        <p:tgtEl>
                          <p:spTgt spid="14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16" grpId="0" autoUpdateAnimBg="0">
        <p:tmplLst>
          <p:tmpl lvl="1">
            <p:tnLst>
              <p:par>
                <p:cTn presetID="3" presetClass="entr" presetSubtype="10" fill="hold" nodeType="clickEffect" nodePh="1">
                  <p:stCondLst>
                    <p:cond delay="0"/>
                  </p:stCondLst>
                  <p:endCondLst>
                    <p:cond evt="begin" delay="0"/>
                  </p:end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6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blinds(horizontal)">
                      <p:cBhvr>
                        <p:cTn dur="500"/>
                        <p:tgtEl>
                          <p:spTgt spid="16"/>
                        </p:tgtEl>
                      </p:cBhvr>
                    </p:animEffect>
                  </p:childTnLst>
                </p:cTn>
              </p:par>
            </p:tnLst>
          </p:tmpl>
        </p:tmplLst>
      </p:bldP>
    </p:bldLst>
  </p:timing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mmon Method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12648" y="228600"/>
            <a:ext cx="7174062" cy="990600"/>
          </a:xfrm>
        </p:spPr>
        <p:txBody>
          <a:bodyPr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9" name="Text Placeholder 8"/>
          <p:cNvSpPr>
            <a:spLocks noGrp="1"/>
          </p:cNvSpPr>
          <p:nvPr>
            <p:ph type="body" sz="quarter" idx="13"/>
          </p:nvPr>
        </p:nvSpPr>
        <p:spPr>
          <a:xfrm>
            <a:off x="642939" y="3000372"/>
            <a:ext cx="8143903" cy="3429024"/>
          </a:xfrm>
          <a:solidFill>
            <a:schemeClr val="accent5">
              <a:lumMod val="40000"/>
              <a:lumOff val="60000"/>
            </a:schemeClr>
          </a:solidFill>
          <a:ln w="19050" cap="rnd" cmpd="sng">
            <a:noFill/>
          </a:ln>
          <a:effectLst/>
        </p:spPr>
        <p:txBody>
          <a:bodyPr>
            <a:noAutofit/>
          </a:bodyPr>
          <a:lstStyle>
            <a:lvl1pPr>
              <a:buNone/>
              <a:defRPr kumimoji="0" lang="de-AT" sz="1800" b="1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endParaRPr lang="de-AT" dirty="0"/>
          </a:p>
        </p:txBody>
      </p:sp>
      <p:sp>
        <p:nvSpPr>
          <p:cNvPr id="16" name="Text Placeholder 15"/>
          <p:cNvSpPr>
            <a:spLocks noGrp="1"/>
          </p:cNvSpPr>
          <p:nvPr>
            <p:ph type="body" sz="quarter" idx="15"/>
          </p:nvPr>
        </p:nvSpPr>
        <p:spPr>
          <a:xfrm>
            <a:off x="642910" y="1785926"/>
            <a:ext cx="8143875" cy="857255"/>
          </a:xfrm>
          <a:solidFill>
            <a:schemeClr val="tx2"/>
          </a:solidFill>
        </p:spPr>
        <p:txBody>
          <a:bodyPr>
            <a:normAutofit/>
          </a:bodyPr>
          <a:lstStyle>
            <a:lvl1pPr>
              <a:buNone/>
              <a:defRPr kumimoji="0" lang="de-AT" sz="2000" b="1" kern="1200" dirty="0" smtClean="0">
                <a:solidFill>
                  <a:schemeClr val="bg2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endParaRPr lang="de-AT" dirty="0"/>
          </a:p>
        </p:txBody>
      </p:sp>
      <p:pic>
        <p:nvPicPr>
          <p:cNvPr id="1028" name="Picture 4" descr="F:\IconExperience\all\all\48x48\plain\components.png"/>
          <p:cNvPicPr>
            <a:picLocks noChangeAspect="1" noChangeArrowheads="1"/>
          </p:cNvPicPr>
          <p:nvPr userDrawn="1"/>
        </p:nvPicPr>
        <p:blipFill>
          <a:blip r:embed="rId2"/>
          <a:srcRect/>
          <a:stretch>
            <a:fillRect/>
          </a:stretch>
        </p:blipFill>
        <p:spPr bwMode="auto">
          <a:xfrm>
            <a:off x="8072462" y="428604"/>
            <a:ext cx="617537" cy="617537"/>
          </a:xfrm>
          <a:prstGeom prst="rect">
            <a:avLst/>
          </a:prstGeom>
          <a:noFill/>
        </p:spPr>
      </p:pic>
      <p:graphicFrame>
        <p:nvGraphicFramePr>
          <p:cNvPr id="6" name="Table 5"/>
          <p:cNvGraphicFramePr>
            <a:graphicFrameLocks noGrp="1"/>
          </p:cNvGraphicFramePr>
          <p:nvPr userDrawn="1"/>
        </p:nvGraphicFramePr>
        <p:xfrm>
          <a:off x="642910" y="3571876"/>
          <a:ext cx="8143932" cy="285751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071966"/>
                <a:gridCol w="4071966"/>
              </a:tblGrid>
              <a:tr h="476253">
                <a:tc>
                  <a:txBody>
                    <a:bodyPr/>
                    <a:lstStyle/>
                    <a:p>
                      <a:endParaRPr lang="de-AT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de-AT"/>
                    </a:p>
                  </a:txBody>
                  <a:tcPr/>
                </a:tc>
              </a:tr>
              <a:tr h="476253">
                <a:tc>
                  <a:txBody>
                    <a:bodyPr/>
                    <a:lstStyle/>
                    <a:p>
                      <a:endParaRPr lang="de-AT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de-AT"/>
                    </a:p>
                  </a:txBody>
                  <a:tcPr/>
                </a:tc>
              </a:tr>
              <a:tr h="476253">
                <a:tc>
                  <a:txBody>
                    <a:bodyPr/>
                    <a:lstStyle/>
                    <a:p>
                      <a:endParaRPr lang="de-AT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de-AT"/>
                    </a:p>
                  </a:txBody>
                  <a:tcPr/>
                </a:tc>
              </a:tr>
              <a:tr h="476253">
                <a:tc>
                  <a:txBody>
                    <a:bodyPr/>
                    <a:lstStyle/>
                    <a:p>
                      <a:endParaRPr lang="de-AT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de-AT"/>
                    </a:p>
                  </a:txBody>
                  <a:tcPr/>
                </a:tc>
              </a:tr>
              <a:tr h="476253">
                <a:tc>
                  <a:txBody>
                    <a:bodyPr/>
                    <a:lstStyle/>
                    <a:p>
                      <a:endParaRPr lang="de-AT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de-AT"/>
                    </a:p>
                  </a:txBody>
                  <a:tcPr/>
                </a:tc>
              </a:tr>
              <a:tr h="476253">
                <a:tc>
                  <a:txBody>
                    <a:bodyPr/>
                    <a:lstStyle/>
                    <a:p>
                      <a:endParaRPr lang="de-AT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de-AT" dirty="0"/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>
                                            <p:txEl>
                                              <p:charRg st="4294967295" end="429496729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16">
                                            <p:txEl>
                                              <p:charRg st="4294967295" end="429496729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 rev="1">
        <p:tmplLst>
          <p:tmpl>
            <p:tnLst>
              <p:par>
                <p:cTn presetID="3" presetClass="entr" presetSubtype="10" fill="hold" nodeType="click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9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blinds(horizontal)">
                      <p:cBhvr>
                        <p:cTn dur="500"/>
                        <p:tgtEl>
                          <p:spTgt spid="9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16" grpId="0" autoUpdateAnimBg="0">
        <p:tmplLst>
          <p:tmpl lvl="1">
            <p:tnLst>
              <p:par>
                <p:cTn presetID="3" presetClass="entr" presetSubtype="10" fill="hold" nodeType="clickEffect" nodePh="1">
                  <p:stCondLst>
                    <p:cond delay="0"/>
                  </p:stCondLst>
                  <p:endCondLst>
                    <p:cond evt="begin" delay="0"/>
                  </p:end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6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blinds(horizontal)">
                      <p:cBhvr>
                        <p:cTn dur="500"/>
                        <p:tgtEl>
                          <p:spTgt spid="16"/>
                        </p:tgtEl>
                      </p:cBhvr>
                    </p:animEffect>
                  </p:childTnLst>
                </p:cTn>
              </p:par>
            </p:tnLst>
          </p:tmpl>
        </p:tmplLst>
      </p:bldP>
    </p:bldLst>
  </p:timing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Samp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12648" y="228600"/>
            <a:ext cx="7031186" cy="990600"/>
          </a:xfrm>
        </p:spPr>
        <p:txBody>
          <a:bodyPr/>
          <a:lstStyle/>
          <a:p>
            <a:r>
              <a:rPr kumimoji="0" lang="en-US" dirty="0" smtClean="0"/>
              <a:t>Click to edit Master title style</a:t>
            </a:r>
            <a:endParaRPr kumimoji="0" lang="en-US" dirty="0"/>
          </a:p>
        </p:txBody>
      </p:sp>
      <p:sp>
        <p:nvSpPr>
          <p:cNvPr id="9" name="Text Placeholder 8"/>
          <p:cNvSpPr>
            <a:spLocks noGrp="1"/>
          </p:cNvSpPr>
          <p:nvPr>
            <p:ph type="body" sz="quarter" idx="13"/>
          </p:nvPr>
        </p:nvSpPr>
        <p:spPr>
          <a:xfrm>
            <a:off x="642939" y="1785926"/>
            <a:ext cx="8143903" cy="4643470"/>
          </a:xfrm>
          <a:solidFill>
            <a:schemeClr val="accent5">
              <a:lumMod val="40000"/>
              <a:lumOff val="60000"/>
            </a:schemeClr>
          </a:solidFill>
          <a:ln w="19050" cap="rnd" cmpd="sng">
            <a:noFill/>
          </a:ln>
          <a:effectLst/>
        </p:spPr>
        <p:txBody>
          <a:bodyPr>
            <a:noAutofit/>
          </a:bodyPr>
          <a:lstStyle>
            <a:lvl1pPr>
              <a:buNone/>
              <a:defRPr kumimoji="0" lang="de-AT" sz="1800" b="1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endParaRPr lang="de-AT" dirty="0"/>
          </a:p>
        </p:txBody>
      </p:sp>
      <p:pic>
        <p:nvPicPr>
          <p:cNvPr id="1030" name="Picture 6" descr="F:\IconExperience\all\all\128x128\plain\schoolboy.png"/>
          <p:cNvPicPr>
            <a:picLocks noChangeAspect="1" noChangeArrowheads="1"/>
          </p:cNvPicPr>
          <p:nvPr userDrawn="1"/>
        </p:nvPicPr>
        <p:blipFill>
          <a:blip r:embed="rId2"/>
          <a:srcRect/>
          <a:stretch>
            <a:fillRect/>
          </a:stretch>
        </p:blipFill>
        <p:spPr bwMode="auto">
          <a:xfrm>
            <a:off x="7929586" y="285728"/>
            <a:ext cx="884238" cy="884238"/>
          </a:xfrm>
          <a:prstGeom prst="rect">
            <a:avLst/>
          </a:prstGeom>
          <a:noFill/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 rev="1">
        <p:tmplLst>
          <p:tmpl>
            <p:tnLst>
              <p:par>
                <p:cTn presetID="3" presetClass="entr" presetSubtype="10" fill="hold" nodeType="click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9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blinds(horizontal)">
                      <p:cBhvr>
                        <p:cTn dur="500"/>
                        <p:tgtEl>
                          <p:spTgt spid="9"/>
                        </p:tgtEl>
                      </p:cBhvr>
                    </p:animEffect>
                  </p:childTnLst>
                </p:cTn>
              </p:par>
            </p:tnLst>
          </p:tmpl>
        </p:tmplLst>
      </p:bldP>
    </p:bldLst>
  </p:timing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8549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Title Placeholder 21"/>
          <p:cNvSpPr>
            <a:spLocks noGrp="1"/>
          </p:cNvSpPr>
          <p:nvPr>
            <p:ph type="title"/>
          </p:nvPr>
        </p:nvSpPr>
        <p:spPr>
          <a:xfrm>
            <a:off x="609600" y="228600"/>
            <a:ext cx="8153400" cy="990600"/>
          </a:xfrm>
          <a:prstGeom prst="rect">
            <a:avLst/>
          </a:prstGeom>
        </p:spPr>
        <p:txBody>
          <a:bodyPr vert="horz" anchor="ctr">
            <a:normAutofit/>
          </a:bodyPr>
          <a:lstStyle/>
          <a:p>
            <a:r>
              <a:rPr kumimoji="0" lang="en-US" smtClean="0"/>
              <a:t>Click to edit Master title style</a:t>
            </a:r>
            <a:endParaRPr kumimoji="0" lang="en-US" dirty="0"/>
          </a:p>
        </p:txBody>
      </p:sp>
      <p:sp>
        <p:nvSpPr>
          <p:cNvPr id="13" name="Text Placeholder 12"/>
          <p:cNvSpPr>
            <a:spLocks noGrp="1"/>
          </p:cNvSpPr>
          <p:nvPr>
            <p:ph type="body" idx="1"/>
          </p:nvPr>
        </p:nvSpPr>
        <p:spPr>
          <a:xfrm>
            <a:off x="612648" y="1600200"/>
            <a:ext cx="8153400" cy="4526280"/>
          </a:xfrm>
          <a:prstGeom prst="rect">
            <a:avLst/>
          </a:prstGeom>
        </p:spPr>
        <p:txBody>
          <a:bodyPr vert="horz">
            <a:normAutofit/>
          </a:bodyPr>
          <a:lstStyle/>
          <a:p>
            <a:pPr lvl="0" eaLnBrk="1" latinLnBrk="0" hangingPunct="1"/>
            <a:r>
              <a:rPr kumimoji="0" lang="en-US" smtClean="0"/>
              <a:t>Click to edit Master text styles</a:t>
            </a:r>
          </a:p>
          <a:p>
            <a:pPr lvl="1" eaLnBrk="1" latinLnBrk="0" hangingPunct="1"/>
            <a:r>
              <a:rPr kumimoji="0" lang="en-US" smtClean="0"/>
              <a:t>Second level</a:t>
            </a:r>
          </a:p>
          <a:p>
            <a:pPr lvl="2" eaLnBrk="1" latinLnBrk="0" hangingPunct="1"/>
            <a:r>
              <a:rPr kumimoji="0" lang="en-US" smtClean="0"/>
              <a:t>Third level</a:t>
            </a:r>
          </a:p>
          <a:p>
            <a:pPr lvl="3" eaLnBrk="1" latinLnBrk="0" hangingPunct="1"/>
            <a:r>
              <a:rPr kumimoji="0" lang="en-US" smtClean="0"/>
              <a:t>Fourth level</a:t>
            </a:r>
          </a:p>
          <a:p>
            <a:pPr lvl="4" eaLnBrk="1" latinLnBrk="0" hangingPunct="1"/>
            <a:r>
              <a:rPr kumimoji="0" lang="en-US" smtClean="0"/>
              <a:t>Fifth level</a:t>
            </a:r>
            <a:endParaRPr kumimoji="0" lang="en-US" dirty="0"/>
          </a:p>
        </p:txBody>
      </p:sp>
      <p:sp>
        <p:nvSpPr>
          <p:cNvPr id="14" name="Date Placeholder 13"/>
          <p:cNvSpPr>
            <a:spLocks noGrp="1"/>
          </p:cNvSpPr>
          <p:nvPr>
            <p:ph type="dt" sz="half" idx="2"/>
          </p:nvPr>
        </p:nvSpPr>
        <p:spPr>
          <a:xfrm>
            <a:off x="6096000" y="6248400"/>
            <a:ext cx="2667000" cy="365125"/>
          </a:xfrm>
          <a:prstGeom prst="rect">
            <a:avLst/>
          </a:prstGeom>
        </p:spPr>
        <p:txBody>
          <a:bodyPr vert="horz" anchor="ctr" anchorCtr="0"/>
          <a:lstStyle>
            <a:lvl1pPr algn="l" eaLnBrk="1" latinLnBrk="0" hangingPunct="1">
              <a:defRPr kumimoji="0" sz="1400">
                <a:solidFill>
                  <a:schemeClr val="tx2"/>
                </a:solidFill>
              </a:defRPr>
            </a:lvl1pPr>
          </a:lstStyle>
          <a:p>
            <a:fld id="{BA531573-7E56-46B8-92C7-4B061504DAB6}" type="datetimeFigureOut">
              <a:rPr lang="en-US" smtClean="0"/>
              <a:pPr/>
              <a:t>4/28/2009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3"/>
          </p:nvPr>
        </p:nvSpPr>
        <p:spPr>
          <a:xfrm>
            <a:off x="609600" y="6248206"/>
            <a:ext cx="5421083" cy="365125"/>
          </a:xfrm>
          <a:prstGeom prst="rect">
            <a:avLst/>
          </a:prstGeom>
        </p:spPr>
        <p:txBody>
          <a:bodyPr vert="horz" anchor="ctr"/>
          <a:lstStyle>
            <a:lvl1pPr algn="r" eaLnBrk="1" latinLnBrk="0" hangingPunct="1">
              <a:defRPr kumimoji="0" sz="1400">
                <a:solidFill>
                  <a:schemeClr val="bg1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7" name="Rectangle 6"/>
          <p:cNvSpPr/>
          <p:nvPr/>
        </p:nvSpPr>
        <p:spPr bwMode="white">
          <a:xfrm>
            <a:off x="0" y="1234440"/>
            <a:ext cx="9144000" cy="320040"/>
          </a:xfrm>
          <a:prstGeom prst="rect">
            <a:avLst/>
          </a:prstGeom>
          <a:solidFill>
            <a:srgbClr val="FFFFFF"/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8" name="Rectangle 7"/>
          <p:cNvSpPr/>
          <p:nvPr/>
        </p:nvSpPr>
        <p:spPr>
          <a:xfrm>
            <a:off x="0" y="1280160"/>
            <a:ext cx="533400" cy="228600"/>
          </a:xfrm>
          <a:prstGeom prst="rect">
            <a:avLst/>
          </a:prstGeom>
          <a:solidFill>
            <a:srgbClr val="32B2D9"/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9" name="Rectangle 8"/>
          <p:cNvSpPr/>
          <p:nvPr/>
        </p:nvSpPr>
        <p:spPr>
          <a:xfrm>
            <a:off x="590550" y="1280160"/>
            <a:ext cx="8553450" cy="228600"/>
          </a:xfrm>
          <a:prstGeom prst="rect">
            <a:avLst/>
          </a:prstGeom>
          <a:solidFill>
            <a:srgbClr val="69657E"/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23" name="Slide Number Placeholder 22"/>
          <p:cNvSpPr>
            <a:spLocks noGrp="1"/>
          </p:cNvSpPr>
          <p:nvPr>
            <p:ph type="sldNum" sz="quarter" idx="4"/>
          </p:nvPr>
        </p:nvSpPr>
        <p:spPr>
          <a:xfrm>
            <a:off x="0" y="1272222"/>
            <a:ext cx="533400" cy="244476"/>
          </a:xfrm>
          <a:prstGeom prst="rect">
            <a:avLst/>
          </a:prstGeom>
        </p:spPr>
        <p:txBody>
          <a:bodyPr vert="horz" anchor="ctr" anchorCtr="0">
            <a:normAutofit/>
          </a:bodyPr>
          <a:lstStyle>
            <a:lvl1pPr algn="ctr" eaLnBrk="1" latinLnBrk="0" hangingPunct="1">
              <a:defRPr kumimoji="0" sz="1400" b="1">
                <a:solidFill>
                  <a:srgbClr val="FFFFFF"/>
                </a:solidFill>
              </a:defRPr>
            </a:lvl1pPr>
          </a:lstStyle>
          <a:p>
            <a:fld id="{E354D2CE-F660-4131-9336-DFD1544F58E4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08" r:id="rId1"/>
    <p:sldLayoutId id="2147483709" r:id="rId2"/>
    <p:sldLayoutId id="2147483710" r:id="rId3"/>
    <p:sldLayoutId id="2147483711" r:id="rId4"/>
    <p:sldLayoutId id="2147483712" r:id="rId5"/>
    <p:sldLayoutId id="2147483713" r:id="rId6"/>
    <p:sldLayoutId id="2147483714" r:id="rId7"/>
    <p:sldLayoutId id="2147483715" r:id="rId8"/>
    <p:sldLayoutId id="2147483716" r:id="rId9"/>
    <p:sldLayoutId id="2147483717" r:id="rId10"/>
    <p:sldLayoutId id="2147483718" r:id="rId11"/>
    <p:sldLayoutId id="2147483719" r:id="rId12"/>
    <p:sldLayoutId id="2147483720" r:id="rId13"/>
    <p:sldLayoutId id="2147483721" r:id="rId14"/>
    <p:sldLayoutId id="2147483722" r:id="rId15"/>
    <p:sldLayoutId id="2147483723" r:id="rId16"/>
    <p:sldLayoutId id="2147483725" r:id="rId17"/>
    <p:sldLayoutId id="2147483726" r:id="rId18"/>
    <p:sldLayoutId id="2147483727" r:id="rId19"/>
    <p:sldLayoutId id="2147483728" r:id="rId20"/>
    <p:sldLayoutId id="2147483705" r:id="rId21"/>
    <p:sldLayoutId id="2147483706" r:id="rId22"/>
    <p:sldLayoutId id="2147483688" r:id="rId23"/>
    <p:sldLayoutId id="2147483692" r:id="rId24"/>
    <p:sldLayoutId id="2147483690" r:id="rId25"/>
  </p:sldLayoutIdLst>
  <p:timing>
    <p:tnLst>
      <p:par>
        <p:cTn id="1" dur="indefinite" restart="never" nodeType="tmRoot"/>
      </p:par>
    </p:tnLst>
  </p:timing>
  <p:txStyles>
    <p:titleStyle>
      <a:lvl1pPr algn="l" rtl="0" eaLnBrk="1" latinLnBrk="0" hangingPunct="1">
        <a:spcBef>
          <a:spcPct val="0"/>
        </a:spcBef>
        <a:buNone/>
        <a:defRPr kumimoji="0" sz="4400" kern="1200" baseline="0">
          <a:solidFill>
            <a:schemeClr val="bg1"/>
          </a:solidFill>
          <a:latin typeface="+mj-lt"/>
          <a:ea typeface="+mj-ea"/>
          <a:cs typeface="+mj-cs"/>
        </a:defRPr>
      </a:lvl1pPr>
    </p:titleStyle>
    <p:bodyStyle>
      <a:lvl1pPr marL="320040" indent="-320040" algn="l" rtl="0" eaLnBrk="1" latinLnBrk="0" hangingPunct="1">
        <a:spcBef>
          <a:spcPts val="700"/>
        </a:spcBef>
        <a:buClr>
          <a:schemeClr val="accent2"/>
        </a:buClr>
        <a:buSzPct val="60000"/>
        <a:buFont typeface="Wingdings"/>
        <a:buChar char=""/>
        <a:defRPr kumimoji="0" sz="2900" kern="1200" baseline="0">
          <a:solidFill>
            <a:schemeClr val="bg1"/>
          </a:solidFill>
          <a:latin typeface="+mn-lt"/>
          <a:ea typeface="+mn-ea"/>
          <a:cs typeface="+mn-cs"/>
        </a:defRPr>
      </a:lvl1pPr>
      <a:lvl2pPr marL="640080" indent="-274320" algn="l" rtl="0" eaLnBrk="1" latinLnBrk="0" hangingPunct="1">
        <a:spcBef>
          <a:spcPts val="550"/>
        </a:spcBef>
        <a:buClr>
          <a:schemeClr val="accent1"/>
        </a:buClr>
        <a:buSzPct val="70000"/>
        <a:buFont typeface="Wingdings 2"/>
        <a:buChar char=""/>
        <a:defRPr kumimoji="0" sz="2600" kern="1200" baseline="0">
          <a:solidFill>
            <a:schemeClr val="bg1"/>
          </a:solidFill>
          <a:latin typeface="+mn-lt"/>
          <a:ea typeface="+mn-ea"/>
          <a:cs typeface="+mn-cs"/>
        </a:defRPr>
      </a:lvl2pPr>
      <a:lvl3pPr marL="914400" indent="-228600" algn="l" rtl="0" eaLnBrk="1" latinLnBrk="0" hangingPunct="1">
        <a:spcBef>
          <a:spcPts val="500"/>
        </a:spcBef>
        <a:buClr>
          <a:schemeClr val="accent2"/>
        </a:buClr>
        <a:buSzPct val="75000"/>
        <a:buFont typeface="Wingdings"/>
        <a:buChar char=""/>
        <a:defRPr kumimoji="0" sz="2300" kern="1200" baseline="0">
          <a:solidFill>
            <a:schemeClr val="bg1"/>
          </a:solidFill>
          <a:latin typeface="+mn-lt"/>
          <a:ea typeface="+mn-ea"/>
          <a:cs typeface="+mn-cs"/>
        </a:defRPr>
      </a:lvl3pPr>
      <a:lvl4pPr marL="1371600" indent="-228600" algn="l" rtl="0" eaLnBrk="1" latinLnBrk="0" hangingPunct="1">
        <a:spcBef>
          <a:spcPts val="400"/>
        </a:spcBef>
        <a:buClr>
          <a:schemeClr val="accent3"/>
        </a:buClr>
        <a:buSzPct val="75000"/>
        <a:buFont typeface="Wingdings"/>
        <a:buChar char=""/>
        <a:defRPr kumimoji="0" sz="2000" kern="1200" baseline="0">
          <a:solidFill>
            <a:schemeClr val="bg1"/>
          </a:solidFill>
          <a:latin typeface="+mn-lt"/>
          <a:ea typeface="+mn-ea"/>
          <a:cs typeface="+mn-cs"/>
        </a:defRPr>
      </a:lvl4pPr>
      <a:lvl5pPr marL="1828800" indent="-228600" algn="l" rtl="0" eaLnBrk="1" latinLnBrk="0" hangingPunct="1">
        <a:spcBef>
          <a:spcPts val="400"/>
        </a:spcBef>
        <a:buClr>
          <a:schemeClr val="accent4"/>
        </a:buClr>
        <a:buSzPct val="65000"/>
        <a:buFont typeface="Wingdings"/>
        <a:buChar char=""/>
        <a:defRPr kumimoji="0" sz="2000" kern="1200" baseline="0">
          <a:solidFill>
            <a:schemeClr val="bg1"/>
          </a:solidFill>
          <a:latin typeface="+mn-lt"/>
          <a:ea typeface="+mn-ea"/>
          <a:cs typeface="+mn-cs"/>
        </a:defRPr>
      </a:lvl5pPr>
      <a:lvl6pPr marL="2103120" indent="-228600" algn="l" rtl="0" eaLnBrk="1" latinLnBrk="0" hangingPunct="1">
        <a:spcBef>
          <a:spcPct val="20000"/>
        </a:spcBef>
        <a:buClr>
          <a:schemeClr val="accent1"/>
        </a:buClr>
        <a:buFont typeface="Wingdings"/>
        <a:buChar char="§"/>
        <a:defRPr kumimoji="0" sz="1800" kern="1200" baseline="0">
          <a:solidFill>
            <a:schemeClr val="tx1"/>
          </a:solidFill>
          <a:latin typeface="+mn-lt"/>
          <a:ea typeface="+mn-ea"/>
          <a:cs typeface="+mn-cs"/>
        </a:defRPr>
      </a:lvl6pPr>
      <a:lvl7pPr marL="2377440" indent="-228600" algn="l" rtl="0" eaLnBrk="1" latinLnBrk="0" hangingPunct="1">
        <a:spcBef>
          <a:spcPct val="20000"/>
        </a:spcBef>
        <a:buClr>
          <a:schemeClr val="accent2"/>
        </a:buClr>
        <a:buFont typeface="Wingdings"/>
        <a:buChar char="§"/>
        <a:defRPr kumimoji="0" sz="1800" kern="1200" baseline="0">
          <a:solidFill>
            <a:schemeClr val="tx1"/>
          </a:solidFill>
          <a:latin typeface="+mn-lt"/>
          <a:ea typeface="+mn-ea"/>
          <a:cs typeface="+mn-cs"/>
        </a:defRPr>
      </a:lvl7pPr>
      <a:lvl8pPr marL="2651760" indent="-228600" algn="l" rtl="0" eaLnBrk="1" latinLnBrk="0" hangingPunct="1">
        <a:spcBef>
          <a:spcPct val="20000"/>
        </a:spcBef>
        <a:buClr>
          <a:schemeClr val="accent3"/>
        </a:buClr>
        <a:buFont typeface="Wingdings"/>
        <a:buChar char="§"/>
        <a:defRPr kumimoji="0" sz="1800" kern="1200" baseline="0">
          <a:solidFill>
            <a:schemeClr val="tx1"/>
          </a:solidFill>
          <a:latin typeface="+mn-lt"/>
          <a:ea typeface="+mn-ea"/>
          <a:cs typeface="+mn-cs"/>
        </a:defRPr>
      </a:lvl8pPr>
      <a:lvl9pPr marL="2926080" indent="-228600" algn="l" rtl="0" eaLnBrk="1" latinLnBrk="0" hangingPunct="1">
        <a:spcBef>
          <a:spcPct val="20000"/>
        </a:spcBef>
        <a:buClr>
          <a:schemeClr val="accent4"/>
        </a:buClr>
        <a:buFont typeface="Wingdings"/>
        <a:buChar char="§"/>
        <a:defRPr kumimoji="0" sz="1800" kern="1200" baseline="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4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2.png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5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US" sz="3600" dirty="0" smtClean="0"/>
              <a:t>SharePoint 2007</a:t>
            </a:r>
            <a:br>
              <a:rPr lang="en-US" sz="3600" dirty="0" smtClean="0"/>
            </a:br>
            <a:r>
              <a:rPr lang="en-US" sz="3600" dirty="0" smtClean="0"/>
              <a:t>Using the Object Model</a:t>
            </a:r>
            <a:endParaRPr lang="en-US" sz="3600" dirty="0"/>
          </a:p>
        </p:txBody>
      </p:sp>
      <p:sp>
        <p:nvSpPr>
          <p:cNvPr id="4" name="Subtitle 3"/>
          <p:cNvSpPr>
            <a:spLocks noGrp="1"/>
          </p:cNvSpPr>
          <p:nvPr>
            <p:ph type="subTitle" idx="1"/>
          </p:nvPr>
        </p:nvSpPr>
        <p:spPr/>
        <p:txBody>
          <a:bodyPr>
            <a:normAutofit/>
          </a:bodyPr>
          <a:lstStyle/>
          <a:p>
            <a:pPr algn="r"/>
            <a:r>
              <a:rPr lang="de-AT" dirty="0" smtClean="0"/>
              <a:t>© 2007 Alexander Pajer</a:t>
            </a: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AT" dirty="0" smtClean="0"/>
              <a:t>Agenda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>
            <a:normAutofit fontScale="92500" lnSpcReduction="20000"/>
          </a:bodyPr>
          <a:lstStyle/>
          <a:p>
            <a:pPr>
              <a:lnSpc>
                <a:spcPct val="150000"/>
              </a:lnSpc>
            </a:pPr>
            <a:r>
              <a:rPr lang="de-AT" dirty="0" smtClean="0"/>
              <a:t>SharePoint Namespaces</a:t>
            </a:r>
          </a:p>
          <a:p>
            <a:pPr>
              <a:lnSpc>
                <a:spcPct val="150000"/>
              </a:lnSpc>
            </a:pPr>
            <a:r>
              <a:rPr lang="de-AT" dirty="0" smtClean="0"/>
              <a:t>Managing Lists</a:t>
            </a:r>
          </a:p>
          <a:p>
            <a:pPr>
              <a:lnSpc>
                <a:spcPct val="150000"/>
              </a:lnSpc>
            </a:pPr>
            <a:r>
              <a:rPr lang="de-AT" dirty="0" smtClean="0"/>
              <a:t>Managing Document Libraries</a:t>
            </a:r>
          </a:p>
          <a:p>
            <a:pPr>
              <a:lnSpc>
                <a:spcPct val="150000"/>
              </a:lnSpc>
            </a:pPr>
            <a:r>
              <a:rPr lang="de-AT" dirty="0" smtClean="0"/>
              <a:t>Managing Content Types</a:t>
            </a:r>
          </a:p>
          <a:p>
            <a:pPr>
              <a:lnSpc>
                <a:spcPct val="150000"/>
              </a:lnSpc>
            </a:pPr>
            <a:r>
              <a:rPr lang="de-AT" dirty="0" smtClean="0"/>
              <a:t>Managing Lookups</a:t>
            </a:r>
          </a:p>
          <a:p>
            <a:pPr>
              <a:lnSpc>
                <a:spcPct val="150000"/>
              </a:lnSpc>
            </a:pPr>
            <a:r>
              <a:rPr lang="de-AT" dirty="0" smtClean="0"/>
              <a:t>Using the Enterprise Search</a:t>
            </a:r>
          </a:p>
          <a:p>
            <a:pPr>
              <a:lnSpc>
                <a:spcPct val="150000"/>
              </a:lnSpc>
            </a:pPr>
            <a:r>
              <a:rPr lang="de-AT" dirty="0" smtClean="0"/>
              <a:t>Executing CAML Queries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Placeholder 4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e-AT"/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de-AT" dirty="0" smtClean="0"/>
              <a:t>SharePoint Namespaces</a:t>
            </a:r>
            <a:endParaRPr lang="de-AT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AT" dirty="0" smtClean="0"/>
              <a:t>SharePoint Namspaces</a:t>
            </a:r>
            <a:endParaRPr lang="de-AT" dirty="0"/>
          </a:p>
        </p:txBody>
      </p:sp>
      <p:sp>
        <p:nvSpPr>
          <p:cNvPr id="5" name="Content Placeholder 4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pPr>
              <a:lnSpc>
                <a:spcPct val="150000"/>
              </a:lnSpc>
            </a:pPr>
            <a:r>
              <a:rPr lang="de-AT" dirty="0" smtClean="0"/>
              <a:t>SharePoint provides two main Namespaces</a:t>
            </a:r>
          </a:p>
          <a:p>
            <a:pPr lvl="1">
              <a:lnSpc>
                <a:spcPct val="150000"/>
              </a:lnSpc>
            </a:pPr>
            <a:r>
              <a:rPr lang="de-AT" dirty="0" smtClean="0"/>
              <a:t> Microsoft.SharePoint for all WSS Objects</a:t>
            </a:r>
          </a:p>
          <a:p>
            <a:pPr lvl="1">
              <a:lnSpc>
                <a:spcPct val="150000"/>
              </a:lnSpc>
            </a:pPr>
            <a:r>
              <a:rPr lang="de-AT" dirty="0" smtClean="0"/>
              <a:t>Microsoft.Office.Server for most Office Server Objects</a:t>
            </a:r>
          </a:p>
          <a:p>
            <a:pPr>
              <a:lnSpc>
                <a:spcPct val="150000"/>
              </a:lnSpc>
            </a:pPr>
            <a:r>
              <a:rPr lang="de-AT" dirty="0" smtClean="0"/>
              <a:t>Additional functionality is implementent in additional Namespaces</a:t>
            </a:r>
            <a:endParaRPr lang="de-AT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AT" dirty="0" smtClean="0"/>
              <a:t>Use Cases for the Object Model</a:t>
            </a:r>
            <a:endParaRPr lang="de-AT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>
            <a:normAutofit fontScale="85000" lnSpcReduction="10000"/>
          </a:bodyPr>
          <a:lstStyle/>
          <a:p>
            <a:pPr>
              <a:lnSpc>
                <a:spcPct val="150000"/>
              </a:lnSpc>
            </a:pPr>
            <a:r>
              <a:rPr lang="de-AT" dirty="0" smtClean="0"/>
              <a:t>The SharePoint Object Model can be used to implement:</a:t>
            </a:r>
          </a:p>
          <a:p>
            <a:pPr lvl="1">
              <a:lnSpc>
                <a:spcPct val="150000"/>
              </a:lnSpc>
            </a:pPr>
            <a:r>
              <a:rPr lang="de-AT" dirty="0" smtClean="0"/>
              <a:t>WebParts, Application Pages (ASPX), Event Handler, ...</a:t>
            </a:r>
          </a:p>
          <a:p>
            <a:pPr lvl="1">
              <a:lnSpc>
                <a:spcPct val="150000"/>
              </a:lnSpc>
            </a:pPr>
            <a:r>
              <a:rPr lang="de-AT" dirty="0" smtClean="0"/>
              <a:t>SharePoint </a:t>
            </a:r>
            <a:r>
              <a:rPr lang="de-AT" smtClean="0"/>
              <a:t>Web </a:t>
            </a:r>
            <a:r>
              <a:rPr lang="de-AT" smtClean="0"/>
              <a:t>Services</a:t>
            </a:r>
            <a:endParaRPr lang="de-AT" dirty="0" smtClean="0"/>
          </a:p>
          <a:p>
            <a:pPr lvl="1">
              <a:lnSpc>
                <a:spcPct val="150000"/>
              </a:lnSpc>
            </a:pPr>
            <a:r>
              <a:rPr lang="de-AT" dirty="0" smtClean="0"/>
              <a:t>Custom Solutions (e. g. Content Export Tool)</a:t>
            </a:r>
          </a:p>
          <a:p>
            <a:pPr>
              <a:lnSpc>
                <a:spcPct val="150000"/>
              </a:lnSpc>
            </a:pPr>
            <a:r>
              <a:rPr lang="de-AT" dirty="0" smtClean="0"/>
              <a:t>Access to SharePoint using the Object Model is local only – for remote access use built-in or implement custom web services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AT" dirty="0" smtClean="0"/>
              <a:t>Microsoft.SharePoint</a:t>
            </a:r>
            <a:endParaRPr lang="de-AT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pPr>
              <a:buNone/>
            </a:pPr>
            <a:endParaRPr lang="de-AT" sz="2800" dirty="0" smtClean="0"/>
          </a:p>
          <a:p>
            <a:pPr>
              <a:buNone/>
            </a:pPr>
            <a:r>
              <a:rPr lang="de-AT" sz="2800" dirty="0" smtClean="0"/>
              <a:t>Commonly used Objects defined in Microsoft.SharePoint are:</a:t>
            </a:r>
            <a:endParaRPr lang="de-AT" sz="2800" dirty="0"/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714348" y="3286124"/>
          <a:ext cx="7715304" cy="2743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14512"/>
                <a:gridCol w="6000792"/>
              </a:tblGrid>
              <a:tr h="142876">
                <a:tc>
                  <a:txBody>
                    <a:bodyPr/>
                    <a:lstStyle/>
                    <a:p>
                      <a:r>
                        <a:rPr lang="de-AT" dirty="0" smtClean="0"/>
                        <a:t>Class</a:t>
                      </a:r>
                      <a:endParaRPr lang="de-AT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AT" dirty="0" smtClean="0"/>
                        <a:t>Description</a:t>
                      </a:r>
                      <a:endParaRPr lang="de-AT" dirty="0"/>
                    </a:p>
                  </a:txBody>
                  <a:tcPr/>
                </a:tc>
              </a:tr>
              <a:tr h="205744">
                <a:tc>
                  <a:txBody>
                    <a:bodyPr/>
                    <a:lstStyle/>
                    <a:p>
                      <a:r>
                        <a:rPr lang="de-AT" dirty="0" smtClean="0"/>
                        <a:t>SPSite</a:t>
                      </a:r>
                      <a:endParaRPr lang="de-AT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AT" dirty="0" smtClean="0"/>
                        <a:t>Represents a site collection in SharePoint</a:t>
                      </a:r>
                      <a:endParaRPr lang="de-AT" dirty="0"/>
                    </a:p>
                  </a:txBody>
                  <a:tcPr/>
                </a:tc>
              </a:tr>
              <a:tr h="125736">
                <a:tc>
                  <a:txBody>
                    <a:bodyPr/>
                    <a:lstStyle/>
                    <a:p>
                      <a:r>
                        <a:rPr lang="de-AT" dirty="0" smtClean="0"/>
                        <a:t>SPWeb</a:t>
                      </a:r>
                      <a:endParaRPr lang="de-AT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AT" dirty="0" smtClean="0"/>
                        <a:t>Represents a site in</a:t>
                      </a:r>
                      <a:r>
                        <a:rPr lang="de-AT" baseline="0" dirty="0" smtClean="0"/>
                        <a:t> SharePoint</a:t>
                      </a:r>
                      <a:endParaRPr lang="de-AT" dirty="0"/>
                    </a:p>
                  </a:txBody>
                  <a:tcPr/>
                </a:tc>
              </a:tr>
              <a:tr h="117166">
                <a:tc>
                  <a:txBody>
                    <a:bodyPr/>
                    <a:lstStyle/>
                    <a:p>
                      <a:r>
                        <a:rPr lang="de-AT" dirty="0" smtClean="0"/>
                        <a:t>SPList</a:t>
                      </a:r>
                      <a:endParaRPr lang="de-AT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AT" dirty="0" smtClean="0"/>
                        <a:t>Represents</a:t>
                      </a:r>
                      <a:r>
                        <a:rPr lang="de-AT" baseline="0" dirty="0" smtClean="0"/>
                        <a:t> a list or library in SharePoint</a:t>
                      </a:r>
                      <a:endParaRPr lang="de-AT" dirty="0"/>
                    </a:p>
                  </a:txBody>
                  <a:tcPr/>
                </a:tc>
              </a:tr>
              <a:tr h="257177">
                <a:tc>
                  <a:txBody>
                    <a:bodyPr/>
                    <a:lstStyle/>
                    <a:p>
                      <a:r>
                        <a:rPr lang="de-AT" dirty="0" smtClean="0"/>
                        <a:t>SPListItem</a:t>
                      </a:r>
                      <a:endParaRPr lang="de-AT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AT" dirty="0" smtClean="0"/>
                        <a:t>Represents</a:t>
                      </a:r>
                      <a:r>
                        <a:rPr lang="de-AT" baseline="0" dirty="0" smtClean="0"/>
                        <a:t> a listitem in SharePoint</a:t>
                      </a:r>
                      <a:endParaRPr lang="de-AT" dirty="0"/>
                    </a:p>
                  </a:txBody>
                  <a:tcPr/>
                </a:tc>
              </a:tr>
              <a:tr h="757243">
                <a:tc>
                  <a:txBody>
                    <a:bodyPr/>
                    <a:lstStyle/>
                    <a:p>
                      <a:r>
                        <a:rPr lang="de-AT" dirty="0" smtClean="0"/>
                        <a:t>SPContext</a:t>
                      </a:r>
                      <a:endParaRPr lang="de-AT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AT" dirty="0" smtClean="0"/>
                        <a:t>Provides a reference to the current Site Collection, Site which are widely used in Web Parts and Application Pages</a:t>
                      </a:r>
                      <a:endParaRPr lang="de-AT" dirty="0"/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AT" dirty="0" smtClean="0"/>
              <a:t>SPSite Class</a:t>
            </a:r>
            <a:endParaRPr lang="de-AT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smtClean="0"/>
              <a:t>Commom Properties and </a:t>
            </a:r>
            <a:r>
              <a:rPr lang="en-US" dirty="0" smtClean="0"/>
              <a:t>Method</a:t>
            </a:r>
            <a:r>
              <a:rPr smtClean="0"/>
              <a:t>s</a:t>
            </a:r>
            <a:endParaRPr lang="de-AT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15"/>
          </p:nvPr>
        </p:nvSpPr>
        <p:spPr>
          <a:solidFill>
            <a:schemeClr val="accent1"/>
          </a:solidFill>
        </p:spPr>
        <p:txBody>
          <a:bodyPr/>
          <a:lstStyle/>
          <a:p>
            <a:r>
              <a:rPr smtClean="0">
                <a:solidFill>
                  <a:schemeClr val="tx1"/>
                </a:solidFill>
              </a:rPr>
              <a:t>Represents a collection of sites on a virtual server</a:t>
            </a:r>
            <a:endParaRPr lang="de-AT" dirty="0">
              <a:solidFill>
                <a:schemeClr val="tx1"/>
              </a:solidFill>
            </a:endParaRP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690578" y="3588714"/>
          <a:ext cx="8024826" cy="2641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524232"/>
                <a:gridCol w="4500594"/>
              </a:tblGrid>
              <a:tr h="370840">
                <a:tc>
                  <a:txBody>
                    <a:bodyPr/>
                    <a:lstStyle/>
                    <a:p>
                      <a:r>
                        <a:rPr lang="de-AT" sz="1600" dirty="0" smtClean="0"/>
                        <a:t>Property / Method</a:t>
                      </a:r>
                      <a:endParaRPr lang="de-AT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AT" sz="1600" dirty="0" smtClean="0"/>
                        <a:t>Description</a:t>
                      </a:r>
                      <a:endParaRPr lang="de-AT" sz="1600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de-AT" sz="1600" dirty="0" smtClean="0"/>
                        <a:t>SPSite.AllWebs</a:t>
                      </a:r>
                      <a:endParaRPr lang="de-AT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AT" sz="1600" dirty="0" smtClean="0"/>
                        <a:t>Gets a collection</a:t>
                      </a:r>
                      <a:r>
                        <a:rPr lang="de-AT" sz="1600" baseline="0" dirty="0" smtClean="0"/>
                        <a:t> of all Web sites contained in the site collection</a:t>
                      </a:r>
                      <a:endParaRPr lang="de-AT" sz="1600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de-AT" sz="1600" dirty="0" smtClean="0"/>
                        <a:t>SPSite.RootWeb</a:t>
                      </a:r>
                      <a:endParaRPr lang="de-AT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AT" sz="1600" dirty="0" smtClean="0"/>
                        <a:t>Gets the root Web of the site collection</a:t>
                      </a:r>
                      <a:endParaRPr lang="de-AT" sz="1600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de-AT" sz="1600" dirty="0" smtClean="0"/>
                        <a:t>SPSite.Webs.Add(...)</a:t>
                      </a:r>
                      <a:endParaRPr lang="de-AT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AT" sz="1600" dirty="0" smtClean="0"/>
                        <a:t>Adds a new Site to the site collection</a:t>
                      </a:r>
                      <a:endParaRPr lang="de-AT" sz="1600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de-AT" sz="1600" dirty="0" smtClean="0"/>
                        <a:t>SPSite.GetCatalog</a:t>
                      </a:r>
                      <a:endParaRPr lang="de-AT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AT" sz="1600" dirty="0" smtClean="0"/>
                        <a:t>Returns the list template, site template or WebPart gallery</a:t>
                      </a:r>
                      <a:endParaRPr lang="de-AT" sz="1600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de-AT" sz="1600" dirty="0" smtClean="0"/>
                        <a:t>SPSite.GetCustomListTemplates(...)</a:t>
                      </a:r>
                      <a:endParaRPr lang="de-AT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AT" sz="1600" dirty="0" smtClean="0"/>
                        <a:t>Returns the collection of list templates</a:t>
                      </a:r>
                      <a:endParaRPr lang="de-AT" sz="1600" dirty="0"/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AT" dirty="0" smtClean="0"/>
              <a:t>SPSite Code Samples</a:t>
            </a:r>
            <a:endParaRPr lang="de-AT" dirty="0"/>
          </a:p>
        </p:txBody>
      </p:sp>
      <p:sp>
        <p:nvSpPr>
          <p:cNvPr id="6" name="Content Placeholder 5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endParaRPr lang="de-AT" dirty="0"/>
          </a:p>
        </p:txBody>
      </p:sp>
      <p:sp>
        <p:nvSpPr>
          <p:cNvPr id="7" name="Rounded Rectangle 6"/>
          <p:cNvSpPr/>
          <p:nvPr/>
        </p:nvSpPr>
        <p:spPr>
          <a:xfrm>
            <a:off x="714348" y="1643050"/>
            <a:ext cx="7929618" cy="1857388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de-AT" dirty="0" smtClean="0">
                <a:solidFill>
                  <a:schemeClr val="tx1"/>
                </a:solidFill>
              </a:rPr>
              <a:t>// Iterate all webs in the given site collections regardless of their level</a:t>
            </a:r>
          </a:p>
          <a:p>
            <a:r>
              <a:rPr lang="de-AT" dirty="0" smtClean="0">
                <a:solidFill>
                  <a:schemeClr val="tx1"/>
                </a:solidFill>
              </a:rPr>
              <a:t>SiteCollection = new SPSite(url);</a:t>
            </a:r>
          </a:p>
          <a:p>
            <a:r>
              <a:rPr lang="de-AT" dirty="0" smtClean="0">
                <a:solidFill>
                  <a:schemeClr val="tx1"/>
                </a:solidFill>
              </a:rPr>
              <a:t>foreach (SPWeb web in SiteCollection.AllWebs)</a:t>
            </a:r>
          </a:p>
          <a:p>
            <a:r>
              <a:rPr lang="de-AT" dirty="0" smtClean="0">
                <a:solidFill>
                  <a:schemeClr val="tx1"/>
                </a:solidFill>
              </a:rPr>
              <a:t>{ </a:t>
            </a:r>
          </a:p>
          <a:p>
            <a:r>
              <a:rPr lang="de-AT" dirty="0" smtClean="0">
                <a:solidFill>
                  <a:schemeClr val="tx1"/>
                </a:solidFill>
              </a:rPr>
              <a:t>	Console.WriteLine("Web: " + web.Title); </a:t>
            </a:r>
          </a:p>
          <a:p>
            <a:r>
              <a:rPr lang="de-AT" dirty="0" smtClean="0">
                <a:solidFill>
                  <a:schemeClr val="tx1"/>
                </a:solidFill>
              </a:rPr>
              <a:t>}</a:t>
            </a:r>
            <a:endParaRPr lang="de-AT" dirty="0">
              <a:solidFill>
                <a:schemeClr val="tx1"/>
              </a:solidFill>
            </a:endParaRPr>
          </a:p>
        </p:txBody>
      </p:sp>
      <p:sp>
        <p:nvSpPr>
          <p:cNvPr id="8" name="Rounded Rectangle 7"/>
          <p:cNvSpPr/>
          <p:nvPr/>
        </p:nvSpPr>
        <p:spPr>
          <a:xfrm>
            <a:off x="714348" y="3714752"/>
            <a:ext cx="7929618" cy="2286016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de-AT" dirty="0" smtClean="0">
                <a:solidFill>
                  <a:schemeClr val="tx1"/>
                </a:solidFill>
              </a:rPr>
              <a:t>//Get alternate urls for the current site collection</a:t>
            </a:r>
            <a:endParaRPr lang="en-US" dirty="0" smtClean="0">
              <a:solidFill>
                <a:schemeClr val="tx1"/>
              </a:solidFill>
            </a:endParaRPr>
          </a:p>
          <a:p>
            <a:r>
              <a:rPr lang="en-US" dirty="0" err="1" smtClean="0">
                <a:solidFill>
                  <a:schemeClr val="tx1"/>
                </a:solidFill>
              </a:rPr>
              <a:t>SPSite</a:t>
            </a:r>
            <a:r>
              <a:rPr lang="en-US" dirty="0" smtClean="0">
                <a:solidFill>
                  <a:schemeClr val="tx1"/>
                </a:solidFill>
              </a:rPr>
              <a:t> </a:t>
            </a:r>
            <a:r>
              <a:rPr lang="en-US" dirty="0" err="1" smtClean="0">
                <a:solidFill>
                  <a:schemeClr val="tx1"/>
                </a:solidFill>
              </a:rPr>
              <a:t>col</a:t>
            </a:r>
            <a:r>
              <a:rPr lang="en-US" dirty="0" smtClean="0">
                <a:solidFill>
                  <a:schemeClr val="tx1"/>
                </a:solidFill>
              </a:rPr>
              <a:t> = </a:t>
            </a:r>
            <a:r>
              <a:rPr lang="en-US" dirty="0" err="1" smtClean="0">
                <a:solidFill>
                  <a:schemeClr val="tx1"/>
                </a:solidFill>
              </a:rPr>
              <a:t>SPContext.Current.Site</a:t>
            </a:r>
            <a:r>
              <a:rPr lang="en-US" dirty="0" smtClean="0">
                <a:solidFill>
                  <a:schemeClr val="tx1"/>
                </a:solidFill>
              </a:rPr>
              <a:t>;</a:t>
            </a:r>
          </a:p>
          <a:p>
            <a:r>
              <a:rPr lang="en-US" dirty="0" err="1" smtClean="0">
                <a:solidFill>
                  <a:schemeClr val="tx1"/>
                </a:solidFill>
              </a:rPr>
              <a:t>Microsoft.SharePoint.Administration.SPWebApplication</a:t>
            </a:r>
            <a:r>
              <a:rPr lang="en-US" dirty="0" smtClean="0">
                <a:solidFill>
                  <a:schemeClr val="tx1"/>
                </a:solidFill>
              </a:rPr>
              <a:t> </a:t>
            </a:r>
            <a:r>
              <a:rPr lang="en-US" dirty="0" err="1" smtClean="0">
                <a:solidFill>
                  <a:schemeClr val="tx1"/>
                </a:solidFill>
              </a:rPr>
              <a:t>wa</a:t>
            </a:r>
            <a:r>
              <a:rPr lang="en-US" dirty="0" smtClean="0">
                <a:solidFill>
                  <a:schemeClr val="tx1"/>
                </a:solidFill>
              </a:rPr>
              <a:t> = </a:t>
            </a:r>
            <a:r>
              <a:rPr lang="en-US" dirty="0" err="1" smtClean="0">
                <a:solidFill>
                  <a:schemeClr val="tx1"/>
                </a:solidFill>
              </a:rPr>
              <a:t>col.WebApplication</a:t>
            </a:r>
            <a:r>
              <a:rPr lang="en-US" dirty="0" smtClean="0">
                <a:solidFill>
                  <a:schemeClr val="tx1"/>
                </a:solidFill>
              </a:rPr>
              <a:t>;</a:t>
            </a:r>
          </a:p>
          <a:p>
            <a:r>
              <a:rPr lang="en-US" dirty="0" err="1" smtClean="0">
                <a:solidFill>
                  <a:schemeClr val="tx1"/>
                </a:solidFill>
              </a:rPr>
              <a:t>foreach</a:t>
            </a:r>
            <a:r>
              <a:rPr lang="en-US" dirty="0" smtClean="0">
                <a:solidFill>
                  <a:schemeClr val="tx1"/>
                </a:solidFill>
              </a:rPr>
              <a:t> (</a:t>
            </a:r>
            <a:r>
              <a:rPr lang="en-US" dirty="0" err="1" smtClean="0">
                <a:solidFill>
                  <a:schemeClr val="tx1"/>
                </a:solidFill>
              </a:rPr>
              <a:t>SPAlternateUrl</a:t>
            </a:r>
            <a:r>
              <a:rPr lang="en-US" dirty="0" smtClean="0">
                <a:solidFill>
                  <a:schemeClr val="tx1"/>
                </a:solidFill>
              </a:rPr>
              <a:t> </a:t>
            </a:r>
            <a:r>
              <a:rPr lang="en-US" dirty="0" err="1" smtClean="0">
                <a:solidFill>
                  <a:schemeClr val="tx1"/>
                </a:solidFill>
              </a:rPr>
              <a:t>url</a:t>
            </a:r>
            <a:r>
              <a:rPr lang="en-US" dirty="0" smtClean="0">
                <a:solidFill>
                  <a:schemeClr val="tx1"/>
                </a:solidFill>
              </a:rPr>
              <a:t> in </a:t>
            </a:r>
            <a:r>
              <a:rPr lang="en-US" dirty="0" err="1" smtClean="0">
                <a:solidFill>
                  <a:schemeClr val="tx1"/>
                </a:solidFill>
              </a:rPr>
              <a:t>wa.AlternateUrls</a:t>
            </a:r>
            <a:r>
              <a:rPr lang="en-US" dirty="0" smtClean="0">
                <a:solidFill>
                  <a:schemeClr val="tx1"/>
                </a:solidFill>
              </a:rPr>
              <a:t>)</a:t>
            </a:r>
          </a:p>
          <a:p>
            <a:r>
              <a:rPr lang="en-US" dirty="0" smtClean="0">
                <a:solidFill>
                  <a:schemeClr val="tx1"/>
                </a:solidFill>
              </a:rPr>
              <a:t>{</a:t>
            </a:r>
          </a:p>
          <a:p>
            <a:r>
              <a:rPr lang="en-US" dirty="0" smtClean="0">
                <a:solidFill>
                  <a:schemeClr val="tx1"/>
                </a:solidFill>
              </a:rPr>
              <a:t>	</a:t>
            </a:r>
            <a:r>
              <a:rPr lang="en-US" dirty="0" err="1" smtClean="0">
                <a:solidFill>
                  <a:schemeClr val="tx1"/>
                </a:solidFill>
              </a:rPr>
              <a:t>Debug.WriteLine</a:t>
            </a:r>
            <a:r>
              <a:rPr lang="en-US" dirty="0" smtClean="0">
                <a:solidFill>
                  <a:schemeClr val="tx1"/>
                </a:solidFill>
              </a:rPr>
              <a:t>(</a:t>
            </a:r>
            <a:r>
              <a:rPr lang="en-US" dirty="0" err="1" smtClean="0">
                <a:solidFill>
                  <a:schemeClr val="tx1"/>
                </a:solidFill>
              </a:rPr>
              <a:t>url.IncomingUrl</a:t>
            </a:r>
            <a:r>
              <a:rPr lang="en-US" dirty="0" smtClean="0">
                <a:solidFill>
                  <a:schemeClr val="tx1"/>
                </a:solidFill>
              </a:rPr>
              <a:t>);</a:t>
            </a:r>
          </a:p>
          <a:p>
            <a:r>
              <a:rPr lang="en-US" dirty="0" smtClean="0">
                <a:solidFill>
                  <a:schemeClr val="tx1"/>
                </a:solidFill>
              </a:rPr>
              <a:t>}</a:t>
            </a:r>
            <a:endParaRPr lang="de-AT" dirty="0" smtClean="0">
              <a:solidFill>
                <a:schemeClr val="tx1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AT" dirty="0" smtClean="0"/>
              <a:t>SPWeb Class</a:t>
            </a:r>
            <a:endParaRPr lang="de-AT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smtClean="0"/>
              <a:t>Commom Properties and </a:t>
            </a:r>
            <a:r>
              <a:rPr lang="en-US" dirty="0" smtClean="0"/>
              <a:t>Method</a:t>
            </a:r>
            <a:r>
              <a:rPr smtClean="0"/>
              <a:t>s</a:t>
            </a:r>
            <a:endParaRPr lang="de-AT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15"/>
          </p:nvPr>
        </p:nvSpPr>
        <p:spPr>
          <a:solidFill>
            <a:schemeClr val="accent1"/>
          </a:solidFill>
        </p:spPr>
        <p:txBody>
          <a:bodyPr vert="horz">
            <a:normAutofit/>
          </a:bodyPr>
          <a:lstStyle/>
          <a:p>
            <a:r>
              <a:rPr>
                <a:solidFill>
                  <a:schemeClr val="tx1"/>
                </a:solidFill>
              </a:rPr>
              <a:t>Represents a </a:t>
            </a:r>
            <a:r>
              <a:rPr lang="en-US" dirty="0">
                <a:solidFill>
                  <a:schemeClr val="tx1"/>
                </a:solidFill>
              </a:rPr>
              <a:t>SharePoint</a:t>
            </a:r>
            <a:r>
              <a:rPr>
                <a:solidFill>
                  <a:schemeClr val="tx1"/>
                </a:solidFill>
              </a:rPr>
              <a:t> Web site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690578" y="3588714"/>
          <a:ext cx="8024826" cy="22250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738546"/>
                <a:gridCol w="4286280"/>
              </a:tblGrid>
              <a:tr h="370840">
                <a:tc>
                  <a:txBody>
                    <a:bodyPr/>
                    <a:lstStyle/>
                    <a:p>
                      <a:r>
                        <a:rPr lang="de-AT" sz="1600" dirty="0" smtClean="0"/>
                        <a:t>Property / Method</a:t>
                      </a:r>
                      <a:endParaRPr lang="de-AT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AT" sz="1600" dirty="0" smtClean="0"/>
                        <a:t>Description</a:t>
                      </a:r>
                      <a:endParaRPr lang="de-AT" sz="1600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de-AT" sz="1600" dirty="0" smtClean="0"/>
                        <a:t>SPWeb.Lists</a:t>
                      </a:r>
                      <a:endParaRPr lang="de-AT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AT" sz="1600" dirty="0" smtClean="0"/>
                        <a:t>Gets a collection</a:t>
                      </a:r>
                      <a:r>
                        <a:rPr lang="de-AT" sz="1600" baseline="0" dirty="0" smtClean="0"/>
                        <a:t> of lists contained in the site</a:t>
                      </a:r>
                      <a:endParaRPr lang="de-AT" sz="1600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de-AT" sz="1600" dirty="0" smtClean="0"/>
                        <a:t>SPWeb.Navigation</a:t>
                      </a:r>
                      <a:endParaRPr lang="de-AT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AT" sz="1600" dirty="0" smtClean="0"/>
                        <a:t>Gets a navigation object </a:t>
                      </a:r>
                      <a:endParaRPr lang="de-AT" sz="1600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de-AT" sz="1600" dirty="0" smtClean="0"/>
                        <a:t>SPWeb.Features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de-AT" sz="1600" dirty="0" smtClean="0"/>
                        <a:t>Gets a collection of features available</a:t>
                      </a:r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de-AT" sz="1600" dirty="0" smtClean="0"/>
                        <a:t>SPWeb.GetSubwebsForCurrentUser()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de-AT" sz="1600" dirty="0" smtClean="0"/>
                        <a:t>Gets all subwebs for the current user</a:t>
                      </a:r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de-AT" sz="1600" dirty="0" smtClean="0"/>
                        <a:t>SPWeb.SearchListItems(...)</a:t>
                      </a:r>
                      <a:endParaRPr lang="de-AT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AT" sz="1600" dirty="0" smtClean="0"/>
                        <a:t>Searches list data in the Web</a:t>
                      </a:r>
                      <a:endParaRPr lang="de-AT" sz="1600" dirty="0"/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AT" dirty="0" smtClean="0"/>
              <a:t>SPWeb Code Samples</a:t>
            </a:r>
            <a:endParaRPr lang="de-AT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endParaRPr lang="de-AT" dirty="0"/>
          </a:p>
        </p:txBody>
      </p:sp>
      <p:sp>
        <p:nvSpPr>
          <p:cNvPr id="4" name="Rounded Rectangle 3"/>
          <p:cNvSpPr/>
          <p:nvPr/>
        </p:nvSpPr>
        <p:spPr>
          <a:xfrm>
            <a:off x="642910" y="2214554"/>
            <a:ext cx="8072494" cy="1643074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de-AT" dirty="0" smtClean="0">
                <a:solidFill>
                  <a:schemeClr val="tx1"/>
                </a:solidFill>
              </a:rPr>
              <a:t>// Get all document libraries in the sales site</a:t>
            </a:r>
          </a:p>
          <a:p>
            <a:r>
              <a:rPr lang="de-AT" dirty="0" smtClean="0">
                <a:solidFill>
                  <a:schemeClr val="tx1"/>
                </a:solidFill>
              </a:rPr>
              <a:t>SPSite SiteCollection = new SPSite(“http://your_url“)</a:t>
            </a:r>
          </a:p>
          <a:p>
            <a:r>
              <a:rPr lang="de-AT" dirty="0" smtClean="0">
                <a:solidFill>
                  <a:schemeClr val="tx1"/>
                </a:solidFill>
              </a:rPr>
              <a:t>SPWeb SalesSite = SiteCollection.AllWebs[„Sales Site"];</a:t>
            </a:r>
          </a:p>
          <a:p>
            <a:r>
              <a:rPr lang="de-AT" dirty="0" smtClean="0">
                <a:solidFill>
                  <a:schemeClr val="tx1"/>
                </a:solidFill>
              </a:rPr>
              <a:t>SPListCollection doclibs = SalesSite.GetListsOfType(SPBaseType.DocumentLibrary);</a:t>
            </a:r>
            <a:endParaRPr lang="de-AT" dirty="0">
              <a:solidFill>
                <a:schemeClr val="tx1"/>
              </a:solidFill>
            </a:endParaRPr>
          </a:p>
        </p:txBody>
      </p:sp>
      <p:sp>
        <p:nvSpPr>
          <p:cNvPr id="5" name="Rounded Rectangle 4"/>
          <p:cNvSpPr/>
          <p:nvPr/>
        </p:nvSpPr>
        <p:spPr>
          <a:xfrm>
            <a:off x="642910" y="4286256"/>
            <a:ext cx="8072494" cy="1000132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de-AT" dirty="0" smtClean="0">
                <a:solidFill>
                  <a:schemeClr val="tx1"/>
                </a:solidFill>
              </a:rPr>
              <a:t>// Get all webs where the current user has permissions</a:t>
            </a:r>
          </a:p>
          <a:p>
            <a:r>
              <a:rPr lang="de-AT" dirty="0" smtClean="0">
                <a:solidFill>
                  <a:schemeClr val="tx1"/>
                </a:solidFill>
              </a:rPr>
              <a:t>SPWeb CurrentSite = SiteCollection.AllWebs[„YourWeb“]</a:t>
            </a:r>
          </a:p>
          <a:p>
            <a:r>
              <a:rPr lang="de-AT" dirty="0" smtClean="0">
                <a:solidFill>
                  <a:schemeClr val="tx1"/>
                </a:solidFill>
              </a:rPr>
              <a:t>SPWebCollection webs = CurrentSite.GetSubwebsForCurrentUser();</a:t>
            </a:r>
            <a:endParaRPr lang="de-AT" dirty="0">
              <a:solidFill>
                <a:schemeClr val="tx1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AT" dirty="0" smtClean="0"/>
              <a:t>Creating a Site using code</a:t>
            </a:r>
            <a:endParaRPr lang="de-AT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endParaRPr lang="de-AT" dirty="0"/>
          </a:p>
        </p:txBody>
      </p:sp>
      <p:sp>
        <p:nvSpPr>
          <p:cNvPr id="4" name="Rounded Rectangle 3"/>
          <p:cNvSpPr/>
          <p:nvPr/>
        </p:nvSpPr>
        <p:spPr>
          <a:xfrm>
            <a:off x="642910" y="2143116"/>
            <a:ext cx="8072494" cy="3857652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dirty="0" err="1" smtClean="0">
                <a:solidFill>
                  <a:schemeClr val="tx1"/>
                </a:solidFill>
              </a:rPr>
              <a:t>SPWeb</a:t>
            </a:r>
            <a:r>
              <a:rPr lang="en-US" dirty="0" smtClean="0">
                <a:solidFill>
                  <a:schemeClr val="tx1"/>
                </a:solidFill>
              </a:rPr>
              <a:t> root = new </a:t>
            </a:r>
            <a:r>
              <a:rPr lang="en-US" dirty="0" err="1" smtClean="0">
                <a:solidFill>
                  <a:schemeClr val="tx1"/>
                </a:solidFill>
              </a:rPr>
              <a:t>SPSite</a:t>
            </a:r>
            <a:r>
              <a:rPr lang="en-US" dirty="0" smtClean="0">
                <a:solidFill>
                  <a:schemeClr val="tx1"/>
                </a:solidFill>
              </a:rPr>
              <a:t>("http://chiron").RootWeb;</a:t>
            </a:r>
          </a:p>
          <a:p>
            <a:r>
              <a:rPr lang="en-US" dirty="0" err="1" smtClean="0">
                <a:solidFill>
                  <a:schemeClr val="tx1"/>
                </a:solidFill>
              </a:rPr>
              <a:t>SPWeb</a:t>
            </a:r>
            <a:r>
              <a:rPr lang="en-US" dirty="0" smtClean="0">
                <a:solidFill>
                  <a:schemeClr val="tx1"/>
                </a:solidFill>
              </a:rPr>
              <a:t> Site = </a:t>
            </a:r>
            <a:r>
              <a:rPr lang="en-US" dirty="0" err="1" smtClean="0">
                <a:solidFill>
                  <a:schemeClr val="tx1"/>
                </a:solidFill>
              </a:rPr>
              <a:t>root.Webs.Add</a:t>
            </a:r>
            <a:r>
              <a:rPr lang="en-US" dirty="0" smtClean="0">
                <a:solidFill>
                  <a:schemeClr val="tx1"/>
                </a:solidFill>
              </a:rPr>
              <a:t>(</a:t>
            </a:r>
            <a:r>
              <a:rPr lang="en-US" dirty="0" err="1" smtClean="0">
                <a:solidFill>
                  <a:schemeClr val="tx1"/>
                </a:solidFill>
              </a:rPr>
              <a:t>SiteName</a:t>
            </a:r>
            <a:r>
              <a:rPr lang="en-US" dirty="0" smtClean="0">
                <a:solidFill>
                  <a:schemeClr val="tx1"/>
                </a:solidFill>
              </a:rPr>
              <a:t>, </a:t>
            </a:r>
            <a:r>
              <a:rPr lang="en-US" dirty="0" err="1" smtClean="0">
                <a:solidFill>
                  <a:schemeClr val="tx1"/>
                </a:solidFill>
              </a:rPr>
              <a:t>SiteName</a:t>
            </a:r>
            <a:r>
              <a:rPr lang="en-US" dirty="0" smtClean="0">
                <a:solidFill>
                  <a:schemeClr val="tx1"/>
                </a:solidFill>
              </a:rPr>
              <a:t>, "Demo Description", </a:t>
            </a:r>
            <a:r>
              <a:rPr lang="en-US" dirty="0" err="1" smtClean="0">
                <a:solidFill>
                  <a:schemeClr val="tx1"/>
                </a:solidFill>
              </a:rPr>
              <a:t>locale,template</a:t>
            </a:r>
            <a:r>
              <a:rPr lang="en-US" dirty="0" smtClean="0">
                <a:solidFill>
                  <a:schemeClr val="tx1"/>
                </a:solidFill>
              </a:rPr>
              <a:t>, true, false);</a:t>
            </a:r>
          </a:p>
          <a:p>
            <a:endParaRPr lang="en-US" dirty="0" smtClean="0">
              <a:solidFill>
                <a:schemeClr val="tx1"/>
              </a:solidFill>
            </a:endParaRPr>
          </a:p>
          <a:p>
            <a:r>
              <a:rPr lang="en-US" dirty="0" smtClean="0">
                <a:solidFill>
                  <a:schemeClr val="tx1"/>
                </a:solidFill>
              </a:rPr>
              <a:t>// add navigation</a:t>
            </a:r>
          </a:p>
          <a:p>
            <a:r>
              <a:rPr lang="en-US" dirty="0" err="1" smtClean="0">
                <a:solidFill>
                  <a:schemeClr val="tx1"/>
                </a:solidFill>
              </a:rPr>
              <a:t>SPNavigation</a:t>
            </a:r>
            <a:r>
              <a:rPr lang="en-US" dirty="0" smtClean="0">
                <a:solidFill>
                  <a:schemeClr val="tx1"/>
                </a:solidFill>
              </a:rPr>
              <a:t> </a:t>
            </a:r>
            <a:r>
              <a:rPr lang="en-US" dirty="0" err="1" smtClean="0">
                <a:solidFill>
                  <a:schemeClr val="tx1"/>
                </a:solidFill>
              </a:rPr>
              <a:t>navRoot</a:t>
            </a:r>
            <a:r>
              <a:rPr lang="en-US" dirty="0" smtClean="0">
                <a:solidFill>
                  <a:schemeClr val="tx1"/>
                </a:solidFill>
              </a:rPr>
              <a:t> = </a:t>
            </a:r>
            <a:r>
              <a:rPr lang="en-US" dirty="0" err="1" smtClean="0">
                <a:solidFill>
                  <a:schemeClr val="tx1"/>
                </a:solidFill>
              </a:rPr>
              <a:t>root.Navigation</a:t>
            </a:r>
            <a:r>
              <a:rPr lang="en-US" dirty="0" smtClean="0">
                <a:solidFill>
                  <a:schemeClr val="tx1"/>
                </a:solidFill>
              </a:rPr>
              <a:t>;</a:t>
            </a:r>
          </a:p>
          <a:p>
            <a:r>
              <a:rPr lang="en-US" dirty="0" err="1" smtClean="0">
                <a:solidFill>
                  <a:schemeClr val="tx1"/>
                </a:solidFill>
              </a:rPr>
              <a:t>SPNavigationNodeCollection</a:t>
            </a:r>
            <a:r>
              <a:rPr lang="en-US" dirty="0" smtClean="0">
                <a:solidFill>
                  <a:schemeClr val="tx1"/>
                </a:solidFill>
              </a:rPr>
              <a:t> </a:t>
            </a:r>
            <a:r>
              <a:rPr lang="en-US" dirty="0" err="1" smtClean="0">
                <a:solidFill>
                  <a:schemeClr val="tx1"/>
                </a:solidFill>
              </a:rPr>
              <a:t>navQL</a:t>
            </a:r>
            <a:r>
              <a:rPr lang="en-US" dirty="0" smtClean="0">
                <a:solidFill>
                  <a:schemeClr val="tx1"/>
                </a:solidFill>
              </a:rPr>
              <a:t> = </a:t>
            </a:r>
            <a:r>
              <a:rPr lang="en-US" dirty="0" err="1" smtClean="0">
                <a:solidFill>
                  <a:schemeClr val="tx1"/>
                </a:solidFill>
              </a:rPr>
              <a:t>navRoot.QuickLaunch</a:t>
            </a:r>
            <a:r>
              <a:rPr lang="en-US" dirty="0" smtClean="0">
                <a:solidFill>
                  <a:schemeClr val="tx1"/>
                </a:solidFill>
              </a:rPr>
              <a:t>;</a:t>
            </a:r>
          </a:p>
          <a:p>
            <a:r>
              <a:rPr lang="en-US" dirty="0" err="1" smtClean="0">
                <a:solidFill>
                  <a:schemeClr val="tx1"/>
                </a:solidFill>
              </a:rPr>
              <a:t>SPNavigationNode</a:t>
            </a:r>
            <a:r>
              <a:rPr lang="en-US" dirty="0" smtClean="0">
                <a:solidFill>
                  <a:schemeClr val="tx1"/>
                </a:solidFill>
              </a:rPr>
              <a:t> </a:t>
            </a:r>
            <a:r>
              <a:rPr lang="en-US" dirty="0" err="1" smtClean="0">
                <a:solidFill>
                  <a:schemeClr val="tx1"/>
                </a:solidFill>
              </a:rPr>
              <a:t>newNav</a:t>
            </a:r>
            <a:r>
              <a:rPr lang="en-US" dirty="0" smtClean="0">
                <a:solidFill>
                  <a:schemeClr val="tx1"/>
                </a:solidFill>
              </a:rPr>
              <a:t> = new </a:t>
            </a:r>
            <a:r>
              <a:rPr lang="en-US" dirty="0" err="1" smtClean="0">
                <a:solidFill>
                  <a:schemeClr val="tx1"/>
                </a:solidFill>
              </a:rPr>
              <a:t>SPNavigationNode</a:t>
            </a:r>
            <a:r>
              <a:rPr lang="en-US" dirty="0" smtClean="0">
                <a:solidFill>
                  <a:schemeClr val="tx1"/>
                </a:solidFill>
              </a:rPr>
              <a:t>(</a:t>
            </a:r>
            <a:r>
              <a:rPr lang="en-US" dirty="0" err="1" smtClean="0">
                <a:solidFill>
                  <a:schemeClr val="tx1"/>
                </a:solidFill>
              </a:rPr>
              <a:t>Site.Title,Site.ServerRelativeUrl</a:t>
            </a:r>
            <a:r>
              <a:rPr lang="en-US" dirty="0" smtClean="0">
                <a:solidFill>
                  <a:schemeClr val="tx1"/>
                </a:solidFill>
              </a:rPr>
              <a:t>);</a:t>
            </a:r>
          </a:p>
          <a:p>
            <a:r>
              <a:rPr lang="en-US" dirty="0" err="1" smtClean="0">
                <a:solidFill>
                  <a:schemeClr val="tx1"/>
                </a:solidFill>
              </a:rPr>
              <a:t>navQL.Add</a:t>
            </a:r>
            <a:r>
              <a:rPr lang="en-US" dirty="0" smtClean="0">
                <a:solidFill>
                  <a:schemeClr val="tx1"/>
                </a:solidFill>
              </a:rPr>
              <a:t>(</a:t>
            </a:r>
            <a:r>
              <a:rPr lang="en-US" dirty="0" err="1" smtClean="0">
                <a:solidFill>
                  <a:schemeClr val="tx1"/>
                </a:solidFill>
              </a:rPr>
              <a:t>newNav</a:t>
            </a:r>
            <a:r>
              <a:rPr lang="en-US" dirty="0" smtClean="0">
                <a:solidFill>
                  <a:schemeClr val="tx1"/>
                </a:solidFill>
              </a:rPr>
              <a:t>, </a:t>
            </a:r>
            <a:r>
              <a:rPr lang="en-US" dirty="0" err="1" smtClean="0">
                <a:solidFill>
                  <a:schemeClr val="tx1"/>
                </a:solidFill>
              </a:rPr>
              <a:t>newNav</a:t>
            </a:r>
            <a:r>
              <a:rPr lang="en-US" dirty="0" smtClean="0">
                <a:solidFill>
                  <a:schemeClr val="tx1"/>
                </a:solidFill>
              </a:rPr>
              <a:t>);</a:t>
            </a:r>
            <a:endParaRPr lang="de-AT" dirty="0">
              <a:solidFill>
                <a:schemeClr val="tx1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AT" dirty="0" smtClean="0"/>
              <a:t>SPContext Class</a:t>
            </a:r>
            <a:endParaRPr lang="de-AT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15"/>
          </p:nvPr>
        </p:nvSpPr>
        <p:spPr>
          <a:solidFill>
            <a:schemeClr val="accent1"/>
          </a:solidFill>
        </p:spPr>
        <p:txBody>
          <a:bodyPr vert="horz">
            <a:normAutofit/>
          </a:bodyPr>
          <a:lstStyle/>
          <a:p>
            <a:r>
              <a:rPr>
                <a:solidFill>
                  <a:schemeClr val="tx1"/>
                </a:solidFill>
              </a:rPr>
              <a:t>Provides </a:t>
            </a:r>
            <a:r>
              <a:rPr lang="en-US" dirty="0" smtClean="0">
                <a:solidFill>
                  <a:schemeClr val="tx1"/>
                </a:solidFill>
              </a:rPr>
              <a:t>Method</a:t>
            </a:r>
            <a:r>
              <a:rPr smtClean="0">
                <a:solidFill>
                  <a:schemeClr val="tx1"/>
                </a:solidFill>
              </a:rPr>
              <a:t>s </a:t>
            </a:r>
            <a:r>
              <a:rPr>
                <a:solidFill>
                  <a:schemeClr val="tx1"/>
                </a:solidFill>
              </a:rPr>
              <a:t>for getting or setting the context of the request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2910" y="2928934"/>
            <a:ext cx="8143932" cy="1571636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de-AT" dirty="0" smtClean="0">
                <a:solidFill>
                  <a:schemeClr val="tx1"/>
                </a:solidFill>
              </a:rPr>
              <a:t>// get a referenct to the current site and user</a:t>
            </a:r>
          </a:p>
          <a:p>
            <a:r>
              <a:rPr lang="de-AT" dirty="0" smtClean="0">
                <a:solidFill>
                  <a:schemeClr val="tx1"/>
                </a:solidFill>
              </a:rPr>
              <a:t>SPWeb  </a:t>
            </a:r>
            <a:r>
              <a:rPr lang="de-AT" dirty="0" smtClean="0">
                <a:solidFill>
                  <a:schemeClr val="tx1"/>
                </a:solidFill>
              </a:rPr>
              <a:t>web = SPContext.Current.Web;  </a:t>
            </a:r>
            <a:endParaRPr lang="de-AT" dirty="0" smtClean="0">
              <a:solidFill>
                <a:schemeClr val="tx1"/>
              </a:solidFill>
            </a:endParaRPr>
          </a:p>
          <a:p>
            <a:r>
              <a:rPr lang="de-AT" dirty="0" smtClean="0">
                <a:solidFill>
                  <a:schemeClr val="tx1"/>
                </a:solidFill>
              </a:rPr>
              <a:t>SPUser user = </a:t>
            </a:r>
            <a:r>
              <a:rPr lang="de-AT" dirty="0" smtClean="0">
                <a:solidFill>
                  <a:schemeClr val="tx1"/>
                </a:solidFill>
              </a:rPr>
              <a:t>web.CurrentUser;</a:t>
            </a:r>
            <a:endParaRPr lang="de-AT" dirty="0" smtClean="0">
              <a:solidFill>
                <a:schemeClr val="tx1"/>
              </a:solidFill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AT" dirty="0" smtClean="0"/>
              <a:t>Lab</a:t>
            </a:r>
            <a:endParaRPr lang="en-US" dirty="0"/>
          </a:p>
        </p:txBody>
      </p:sp>
      <p:sp>
        <p:nvSpPr>
          <p:cNvPr id="6" name="Text Placeholder 5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smtClean="0"/>
              <a:t>Populate a TreeView with the structure of a SharePoint Site Collection and the lists contained in that site</a:t>
            </a:r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Placeholder 4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e-AT"/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AT" dirty="0" smtClean="0"/>
              <a:t>Managing Lists</a:t>
            </a:r>
            <a:endParaRPr lang="de-AT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AT" dirty="0" smtClean="0"/>
              <a:t>List Basics</a:t>
            </a:r>
            <a:endParaRPr lang="de-AT" dirty="0"/>
          </a:p>
        </p:txBody>
      </p:sp>
      <p:sp>
        <p:nvSpPr>
          <p:cNvPr id="5" name="Content Placeholder 4"/>
          <p:cNvSpPr>
            <a:spLocks noGrp="1"/>
          </p:cNvSpPr>
          <p:nvPr>
            <p:ph sz="quarter" idx="1"/>
          </p:nvPr>
        </p:nvSpPr>
        <p:spPr/>
        <p:txBody>
          <a:bodyPr>
            <a:noAutofit/>
          </a:bodyPr>
          <a:lstStyle/>
          <a:p>
            <a:pPr>
              <a:lnSpc>
                <a:spcPct val="150000"/>
              </a:lnSpc>
            </a:pPr>
            <a:r>
              <a:rPr lang="de-AT" sz="2400" dirty="0" smtClean="0"/>
              <a:t>Lists can be accessed using an instance of the </a:t>
            </a:r>
            <a:br>
              <a:rPr lang="de-AT" sz="2400" dirty="0" smtClean="0"/>
            </a:br>
            <a:r>
              <a:rPr lang="de-AT" sz="2400" dirty="0" smtClean="0"/>
              <a:t>SPList class</a:t>
            </a:r>
          </a:p>
          <a:p>
            <a:pPr>
              <a:lnSpc>
                <a:spcPct val="150000"/>
              </a:lnSpc>
            </a:pPr>
            <a:r>
              <a:rPr lang="de-AT" sz="2400" dirty="0" smtClean="0"/>
              <a:t>Items in a list are represented by SPListItem</a:t>
            </a:r>
          </a:p>
          <a:p>
            <a:pPr>
              <a:lnSpc>
                <a:spcPct val="150000"/>
              </a:lnSpc>
            </a:pPr>
            <a:r>
              <a:rPr lang="de-AT" sz="2400" dirty="0" smtClean="0"/>
              <a:t>To assign a value to a column use </a:t>
            </a:r>
          </a:p>
          <a:p>
            <a:pPr lvl="1">
              <a:lnSpc>
                <a:spcPct val="150000"/>
              </a:lnSpc>
            </a:pPr>
            <a:r>
              <a:rPr lang="de-AT" sz="2100" dirty="0" smtClean="0"/>
              <a:t>SPListItem[„Fieldname“] =</a:t>
            </a:r>
            <a:r>
              <a:rPr lang="de-AT" sz="2100" i="1" dirty="0" smtClean="0"/>
              <a:t>Value</a:t>
            </a:r>
          </a:p>
          <a:p>
            <a:pPr lvl="1">
              <a:lnSpc>
                <a:spcPct val="150000"/>
              </a:lnSpc>
            </a:pPr>
            <a:r>
              <a:rPr lang="de-AT" sz="2100" dirty="0" smtClean="0"/>
              <a:t>SPListItem.Update()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AT" dirty="0" smtClean="0"/>
              <a:t>SPList Class</a:t>
            </a:r>
            <a:endParaRPr lang="de-AT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smtClean="0"/>
              <a:t>Commom Properties and </a:t>
            </a:r>
            <a:r>
              <a:rPr lang="en-US" dirty="0" smtClean="0"/>
              <a:t>Method</a:t>
            </a:r>
            <a:r>
              <a:rPr smtClean="0"/>
              <a:t>s</a:t>
            </a:r>
            <a:endParaRPr lang="de-AT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15"/>
          </p:nvPr>
        </p:nvSpPr>
        <p:spPr>
          <a:solidFill>
            <a:schemeClr val="accent1"/>
          </a:solidFill>
          <a:ln>
            <a:solidFill>
              <a:schemeClr val="accent1"/>
            </a:solidFill>
          </a:ln>
        </p:spPr>
        <p:txBody>
          <a:bodyPr/>
          <a:lstStyle/>
          <a:p>
            <a:r>
              <a:rPr smtClean="0">
                <a:solidFill>
                  <a:schemeClr val="tx1"/>
                </a:solidFill>
              </a:rPr>
              <a:t>Represents a list / document library in </a:t>
            </a:r>
            <a:r>
              <a:rPr lang="en-US" dirty="0" smtClean="0">
                <a:solidFill>
                  <a:schemeClr val="tx1"/>
                </a:solidFill>
              </a:rPr>
              <a:t>SharePoint</a:t>
            </a:r>
            <a:r>
              <a:rPr smtClean="0">
                <a:solidFill>
                  <a:schemeClr val="tx1"/>
                </a:solidFill>
              </a:rPr>
              <a:t> Web site</a:t>
            </a:r>
            <a:endParaRPr lang="de-AT" dirty="0">
              <a:solidFill>
                <a:schemeClr val="tx1"/>
              </a:solidFill>
            </a:endParaRP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690578" y="3588714"/>
          <a:ext cx="8024826" cy="22250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38414"/>
                <a:gridCol w="5286412"/>
              </a:tblGrid>
              <a:tr h="370840">
                <a:tc>
                  <a:txBody>
                    <a:bodyPr/>
                    <a:lstStyle/>
                    <a:p>
                      <a:r>
                        <a:rPr lang="de-AT" dirty="0" smtClean="0"/>
                        <a:t>Property / Method</a:t>
                      </a:r>
                      <a:endParaRPr lang="de-AT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AT" dirty="0" smtClean="0"/>
                        <a:t>Description</a:t>
                      </a:r>
                      <a:endParaRPr lang="de-AT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de-AT" dirty="0" smtClean="0"/>
                        <a:t>SPList.Items</a:t>
                      </a:r>
                      <a:endParaRPr lang="de-AT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AT" dirty="0" smtClean="0"/>
                        <a:t>Gets a collection of items in a list</a:t>
                      </a:r>
                      <a:endParaRPr lang="de-AT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de-AT" dirty="0" smtClean="0"/>
                        <a:t>SPList.RootFolder</a:t>
                      </a:r>
                      <a:endParaRPr lang="de-AT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AT" dirty="0" smtClean="0"/>
                        <a:t>Gets the folder that contains all files</a:t>
                      </a:r>
                      <a:endParaRPr lang="de-AT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de-AT" dirty="0" smtClean="0"/>
                        <a:t>SPList.ContentTypes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de-AT" dirty="0" smtClean="0"/>
                        <a:t>Gets the content types associated with the list</a:t>
                      </a:r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de-AT" dirty="0" smtClean="0"/>
                        <a:t>SPList.Views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de-AT" dirty="0" smtClean="0"/>
                        <a:t>Gets the collection</a:t>
                      </a:r>
                      <a:r>
                        <a:rPr lang="de-AT" baseline="0" dirty="0" smtClean="0"/>
                        <a:t> of views of the list</a:t>
                      </a:r>
                      <a:endParaRPr lang="de-AT" dirty="0" smtClean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de-AT" dirty="0" smtClean="0"/>
                        <a:t>SPList.GetItemByID()</a:t>
                      </a:r>
                      <a:endParaRPr lang="de-AT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AT" dirty="0" smtClean="0"/>
                        <a:t>Gets a certain item by</a:t>
                      </a:r>
                      <a:r>
                        <a:rPr lang="de-AT" baseline="0" dirty="0" smtClean="0"/>
                        <a:t> id</a:t>
                      </a:r>
                      <a:endParaRPr lang="de-AT" dirty="0"/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AT" dirty="0" smtClean="0"/>
              <a:t>SPListItem Class</a:t>
            </a:r>
            <a:endParaRPr lang="de-AT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smtClean="0"/>
              <a:t>Commom Properties and </a:t>
            </a:r>
            <a:r>
              <a:rPr lang="en-US" dirty="0" smtClean="0"/>
              <a:t>Method</a:t>
            </a:r>
            <a:r>
              <a:rPr smtClean="0"/>
              <a:t>s</a:t>
            </a:r>
            <a:endParaRPr lang="de-AT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15"/>
          </p:nvPr>
        </p:nvSpPr>
        <p:spPr>
          <a:solidFill>
            <a:schemeClr val="accent1"/>
          </a:solidFill>
        </p:spPr>
        <p:txBody>
          <a:bodyPr/>
          <a:lstStyle/>
          <a:p>
            <a:r>
              <a:rPr smtClean="0">
                <a:solidFill>
                  <a:schemeClr val="tx1"/>
                </a:solidFill>
              </a:rPr>
              <a:t>Represents a ListItem in a list / document library</a:t>
            </a:r>
            <a:endParaRPr lang="de-AT" dirty="0">
              <a:solidFill>
                <a:schemeClr val="tx1"/>
              </a:solidFill>
            </a:endParaRP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690578" y="3588714"/>
          <a:ext cx="8024826" cy="24942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38414"/>
                <a:gridCol w="5286412"/>
              </a:tblGrid>
              <a:tr h="370840">
                <a:tc>
                  <a:txBody>
                    <a:bodyPr/>
                    <a:lstStyle/>
                    <a:p>
                      <a:r>
                        <a:rPr lang="de-AT" dirty="0" smtClean="0"/>
                        <a:t>Property / Method</a:t>
                      </a:r>
                      <a:endParaRPr lang="de-AT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AT" dirty="0" smtClean="0"/>
                        <a:t>Description</a:t>
                      </a:r>
                      <a:endParaRPr lang="de-AT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de-AT" dirty="0" smtClean="0"/>
                        <a:t>SPListItem.Attachments</a:t>
                      </a:r>
                      <a:endParaRPr lang="de-AT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AT" dirty="0" smtClean="0"/>
                        <a:t>Gets a collection of attachments for the item</a:t>
                      </a:r>
                      <a:endParaRPr lang="de-AT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de-AT" dirty="0" smtClean="0"/>
                        <a:t>SPListItem.ContentType</a:t>
                      </a:r>
                      <a:endParaRPr lang="de-AT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AT" dirty="0" smtClean="0"/>
                        <a:t>Returns the Content</a:t>
                      </a:r>
                      <a:r>
                        <a:rPr lang="de-AT" baseline="0" dirty="0" smtClean="0"/>
                        <a:t> Type of the item</a:t>
                      </a:r>
                      <a:endParaRPr lang="de-AT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de-AT" dirty="0" smtClean="0"/>
                        <a:t>SPListItem.File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de-AT" dirty="0" smtClean="0"/>
                        <a:t>Gets</a:t>
                      </a:r>
                      <a:r>
                        <a:rPr lang="de-AT" baseline="0" dirty="0" smtClean="0"/>
                        <a:t> the file represented by the </a:t>
                      </a:r>
                      <a:r>
                        <a:rPr lang="de-AT" baseline="0" dirty="0" smtClean="0"/>
                        <a:t>list item </a:t>
                      </a:r>
                      <a:r>
                        <a:rPr lang="de-AT" baseline="0" dirty="0" smtClean="0"/>
                        <a:t>from a doc lib</a:t>
                      </a:r>
                      <a:endParaRPr lang="de-AT" dirty="0" smtClean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de-AT" dirty="0" smtClean="0"/>
                        <a:t>SPListItem.Versions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de-AT" dirty="0" smtClean="0"/>
                        <a:t>Gets the collection of item version objects</a:t>
                      </a:r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de-AT" dirty="0" smtClean="0"/>
                        <a:t>SPListItem.CopyTo</a:t>
                      </a:r>
                      <a:endParaRPr lang="de-AT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AT" dirty="0" smtClean="0"/>
                        <a:t>Copies the item to the specified destination</a:t>
                      </a:r>
                      <a:endParaRPr lang="de-AT" dirty="0"/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AT" dirty="0" smtClean="0"/>
              <a:t>Creating a new List</a:t>
            </a:r>
            <a:endParaRPr lang="de-AT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endParaRPr lang="de-AT" dirty="0"/>
          </a:p>
        </p:txBody>
      </p:sp>
      <p:sp>
        <p:nvSpPr>
          <p:cNvPr id="4" name="Rounded Rectangle 3"/>
          <p:cNvSpPr/>
          <p:nvPr/>
        </p:nvSpPr>
        <p:spPr>
          <a:xfrm>
            <a:off x="642910" y="1857364"/>
            <a:ext cx="8072494" cy="4071966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dirty="0" smtClean="0">
                <a:solidFill>
                  <a:schemeClr val="tx1"/>
                </a:solidFill>
              </a:rPr>
              <a:t>// Creating a new list using the Add-Method of the webs lists collection</a:t>
            </a:r>
          </a:p>
          <a:p>
            <a:r>
              <a:rPr lang="de-AT" dirty="0" smtClean="0">
                <a:solidFill>
                  <a:schemeClr val="tx1"/>
                </a:solidFill>
              </a:rPr>
              <a:t>// List Template has to be provided as a reference</a:t>
            </a:r>
          </a:p>
          <a:p>
            <a:endParaRPr lang="en-US" dirty="0" smtClean="0">
              <a:solidFill>
                <a:schemeClr val="tx1"/>
              </a:solidFill>
            </a:endParaRPr>
          </a:p>
          <a:p>
            <a:r>
              <a:rPr lang="en-US" dirty="0" smtClean="0">
                <a:solidFill>
                  <a:schemeClr val="tx1"/>
                </a:solidFill>
              </a:rPr>
              <a:t>SPList List = Web.Lists.Add(“Name", “Description", </a:t>
            </a:r>
            <a:r>
              <a:rPr lang="en-US" dirty="0" err="1" smtClean="0">
                <a:solidFill>
                  <a:schemeClr val="tx1"/>
                </a:solidFill>
              </a:rPr>
              <a:t>Web.ListTemplates</a:t>
            </a:r>
            <a:r>
              <a:rPr lang="en-US" dirty="0" smtClean="0">
                <a:solidFill>
                  <a:schemeClr val="tx1"/>
                </a:solidFill>
              </a:rPr>
              <a:t>[“Picture Library"]);</a:t>
            </a:r>
          </a:p>
          <a:p>
            <a:r>
              <a:rPr lang="de-AT" dirty="0" smtClean="0">
                <a:solidFill>
                  <a:schemeClr val="tx1"/>
                </a:solidFill>
              </a:rPr>
              <a:t>List.OnQuickLaunch = true;</a:t>
            </a:r>
          </a:p>
          <a:p>
            <a:endParaRPr lang="en-US" dirty="0" smtClean="0">
              <a:solidFill>
                <a:schemeClr val="tx1"/>
              </a:solidFill>
            </a:endParaRPr>
          </a:p>
          <a:p>
            <a:r>
              <a:rPr lang="en-US" dirty="0" smtClean="0">
                <a:solidFill>
                  <a:schemeClr val="tx1"/>
                </a:solidFill>
              </a:rPr>
              <a:t>// Adding a custom field to the list</a:t>
            </a:r>
          </a:p>
          <a:p>
            <a:r>
              <a:rPr lang="en-US" dirty="0" smtClean="0">
                <a:solidFill>
                  <a:schemeClr val="tx1"/>
                </a:solidFill>
              </a:rPr>
              <a:t>List.Fields.Add("Custom Col", SPFieldType.Text, true);</a:t>
            </a:r>
          </a:p>
          <a:p>
            <a:endParaRPr lang="en-US" dirty="0" smtClean="0">
              <a:solidFill>
                <a:schemeClr val="tx1"/>
              </a:solidFill>
            </a:endParaRPr>
          </a:p>
          <a:p>
            <a:r>
              <a:rPr lang="en-US" dirty="0" smtClean="0">
                <a:solidFill>
                  <a:schemeClr val="tx1"/>
                </a:solidFill>
              </a:rPr>
              <a:t>// Adding a field from the Site Columns</a:t>
            </a:r>
          </a:p>
          <a:p>
            <a:r>
              <a:rPr lang="en-US" dirty="0" smtClean="0">
                <a:solidFill>
                  <a:schemeClr val="tx1"/>
                </a:solidFill>
              </a:rPr>
              <a:t>SPField sc = Web.AvailableFields[“Site Column Name”];</a:t>
            </a:r>
          </a:p>
          <a:p>
            <a:r>
              <a:rPr lang="en-US" dirty="0" smtClean="0">
                <a:solidFill>
                  <a:schemeClr val="tx1"/>
                </a:solidFill>
              </a:rPr>
              <a:t>List.Fields.Add(sc);</a:t>
            </a:r>
            <a:endParaRPr lang="de-AT" dirty="0">
              <a:solidFill>
                <a:schemeClr val="tx1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AT" dirty="0" smtClean="0"/>
              <a:t>Adding an item to a list</a:t>
            </a:r>
            <a:endParaRPr lang="de-AT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endParaRPr lang="de-AT"/>
          </a:p>
        </p:txBody>
      </p:sp>
      <p:sp>
        <p:nvSpPr>
          <p:cNvPr id="4" name="Rounded Rectangle 3"/>
          <p:cNvSpPr/>
          <p:nvPr/>
        </p:nvSpPr>
        <p:spPr>
          <a:xfrm>
            <a:off x="642910" y="1785926"/>
            <a:ext cx="8072494" cy="4214842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de-AT" dirty="0" smtClean="0">
                <a:solidFill>
                  <a:schemeClr val="tx1"/>
                </a:solidFill>
              </a:rPr>
              <a:t>SPList list = site.Lists[„MyFavorits“];</a:t>
            </a:r>
          </a:p>
          <a:p>
            <a:r>
              <a:rPr lang="de-AT" dirty="0" smtClean="0">
                <a:solidFill>
                  <a:schemeClr val="tx1"/>
                </a:solidFill>
              </a:rPr>
              <a:t>SPListItem item = list.Items.Add();</a:t>
            </a:r>
          </a:p>
          <a:p>
            <a:r>
              <a:rPr lang="de-AT" dirty="0" smtClean="0">
                <a:solidFill>
                  <a:schemeClr val="tx1"/>
                </a:solidFill>
              </a:rPr>
              <a:t>item["Title"] = favorite.Display;</a:t>
            </a:r>
          </a:p>
          <a:p>
            <a:endParaRPr lang="de-AT" dirty="0" smtClean="0">
              <a:solidFill>
                <a:schemeClr val="tx1"/>
              </a:solidFill>
            </a:endParaRPr>
          </a:p>
          <a:p>
            <a:r>
              <a:rPr lang="de-AT" dirty="0" smtClean="0">
                <a:solidFill>
                  <a:schemeClr val="tx1"/>
                </a:solidFill>
              </a:rPr>
              <a:t>// a link consits of url and decription </a:t>
            </a:r>
          </a:p>
          <a:p>
            <a:r>
              <a:rPr lang="de-AT" dirty="0" smtClean="0">
                <a:solidFill>
                  <a:schemeClr val="tx1"/>
                </a:solidFill>
              </a:rPr>
              <a:t>SPFieldUrlValue url = new SPFieldUrlValue();</a:t>
            </a:r>
          </a:p>
          <a:p>
            <a:r>
              <a:rPr lang="de-AT" dirty="0" smtClean="0">
                <a:solidFill>
                  <a:schemeClr val="tx1"/>
                </a:solidFill>
              </a:rPr>
              <a:t>url.Url = favorite.Url;</a:t>
            </a:r>
          </a:p>
          <a:p>
            <a:r>
              <a:rPr lang="de-AT" dirty="0" smtClean="0">
                <a:solidFill>
                  <a:schemeClr val="tx1"/>
                </a:solidFill>
              </a:rPr>
              <a:t>url.Description = favorite.Display;</a:t>
            </a:r>
          </a:p>
          <a:p>
            <a:r>
              <a:rPr lang="de-AT" dirty="0" smtClean="0">
                <a:solidFill>
                  <a:schemeClr val="tx1"/>
                </a:solidFill>
              </a:rPr>
              <a:t>item["URL"] = url;</a:t>
            </a:r>
          </a:p>
          <a:p>
            <a:endParaRPr lang="de-AT" dirty="0" smtClean="0">
              <a:solidFill>
                <a:schemeClr val="tx1"/>
              </a:solidFill>
            </a:endParaRPr>
          </a:p>
          <a:p>
            <a:r>
              <a:rPr lang="de-AT" dirty="0" smtClean="0">
                <a:solidFill>
                  <a:schemeClr val="tx1"/>
                </a:solidFill>
              </a:rPr>
              <a:t>item["Topic"] = favorite.Topic;</a:t>
            </a:r>
          </a:p>
          <a:p>
            <a:r>
              <a:rPr lang="de-AT" dirty="0" smtClean="0">
                <a:solidFill>
                  <a:schemeClr val="tx1"/>
                </a:solidFill>
              </a:rPr>
              <a:t>item.Update(); 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Placeholder 4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de-AT" dirty="0" smtClean="0"/>
              <a:t>Publishing your IE Favorites to a custom list</a:t>
            </a:r>
          </a:p>
          <a:p>
            <a:r>
              <a:rPr lang="de-AT" dirty="0" smtClean="0"/>
              <a:t>Creating a new list using code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AT" dirty="0" smtClean="0"/>
              <a:t>Demo</a:t>
            </a:r>
            <a:endParaRPr lang="de-AT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Placeholder 4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e-AT"/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de-AT" sz="3600" dirty="0" smtClean="0"/>
              <a:t>Managing Document Libraries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AT" dirty="0" smtClean="0"/>
              <a:t>Document Library Basics</a:t>
            </a:r>
            <a:endParaRPr lang="de-AT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pPr>
              <a:lnSpc>
                <a:spcPct val="150000"/>
              </a:lnSpc>
            </a:pPr>
            <a:r>
              <a:rPr lang="de-AT" dirty="0" smtClean="0"/>
              <a:t>Document Libraries are instances of the SPList Class</a:t>
            </a:r>
          </a:p>
          <a:p>
            <a:pPr>
              <a:lnSpc>
                <a:spcPct val="150000"/>
              </a:lnSpc>
            </a:pPr>
            <a:r>
              <a:rPr lang="de-AT" dirty="0" smtClean="0"/>
              <a:t>Items in a Document Library are instances of the SPListItem Class</a:t>
            </a:r>
          </a:p>
          <a:p>
            <a:pPr>
              <a:lnSpc>
                <a:spcPct val="150000"/>
              </a:lnSpc>
            </a:pPr>
            <a:r>
              <a:rPr lang="de-AT" dirty="0" smtClean="0"/>
              <a:t>Each Library has an associated SPFolder in which the files (SPFile) of the list are stored</a:t>
            </a:r>
            <a:endParaRPr lang="de-AT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Rounded Rectangle 26"/>
          <p:cNvSpPr/>
          <p:nvPr/>
        </p:nvSpPr>
        <p:spPr>
          <a:xfrm>
            <a:off x="642910" y="2000240"/>
            <a:ext cx="7786742" cy="3929090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AT"/>
          </a:p>
        </p:txBody>
      </p:sp>
      <p:sp>
        <p:nvSpPr>
          <p:cNvPr id="5" name="Title 4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de-AT" dirty="0" smtClean="0"/>
              <a:t>Document Storage in SharePoint</a:t>
            </a:r>
            <a:endParaRPr lang="de-AT" dirty="0"/>
          </a:p>
        </p:txBody>
      </p:sp>
      <p:grpSp>
        <p:nvGrpSpPr>
          <p:cNvPr id="26" name="Group 25"/>
          <p:cNvGrpSpPr/>
          <p:nvPr/>
        </p:nvGrpSpPr>
        <p:grpSpPr>
          <a:xfrm>
            <a:off x="928662" y="3214686"/>
            <a:ext cx="7204047" cy="2071702"/>
            <a:chOff x="857224" y="2571744"/>
            <a:chExt cx="7204047" cy="2071702"/>
          </a:xfrm>
        </p:grpSpPr>
        <p:sp>
          <p:nvSpPr>
            <p:cNvPr id="17" name="Rectangle 16"/>
            <p:cNvSpPr/>
            <p:nvPr/>
          </p:nvSpPr>
          <p:spPr>
            <a:xfrm>
              <a:off x="4357686" y="2928934"/>
              <a:ext cx="2428892" cy="1643074"/>
            </a:xfrm>
            <a:prstGeom prst="rect">
              <a:avLst/>
            </a:prstGeom>
            <a:solidFill>
              <a:schemeClr val="bg2">
                <a:lumMod val="9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AT"/>
            </a:p>
          </p:txBody>
        </p:sp>
        <p:grpSp>
          <p:nvGrpSpPr>
            <p:cNvPr id="10" name="Group 9"/>
            <p:cNvGrpSpPr/>
            <p:nvPr/>
          </p:nvGrpSpPr>
          <p:grpSpPr>
            <a:xfrm>
              <a:off x="857224" y="2643182"/>
              <a:ext cx="1260480" cy="904882"/>
              <a:chOff x="4929190" y="4572008"/>
              <a:chExt cx="1260480" cy="904882"/>
            </a:xfrm>
          </p:grpSpPr>
          <p:pic>
            <p:nvPicPr>
              <p:cNvPr id="8" name="Picture 6" descr="F:\IconExperience\all\all\48x48\plain\folder_green.png"/>
              <p:cNvPicPr>
                <a:picLocks noChangeAspect="1" noChangeArrowheads="1"/>
              </p:cNvPicPr>
              <p:nvPr/>
            </p:nvPicPr>
            <p:blipFill>
              <a:blip r:embed="rId2"/>
              <a:srcRect/>
              <a:stretch>
                <a:fillRect/>
              </a:stretch>
            </p:blipFill>
            <p:spPr bwMode="auto">
              <a:xfrm>
                <a:off x="4929190" y="4572008"/>
                <a:ext cx="904882" cy="904882"/>
              </a:xfrm>
              <a:prstGeom prst="rect">
                <a:avLst/>
              </a:prstGeom>
              <a:noFill/>
            </p:spPr>
          </p:pic>
          <p:pic>
            <p:nvPicPr>
              <p:cNvPr id="9" name="Picture 5" descr="F:\IconExperience\all\all\48x48\plain\note.png"/>
              <p:cNvPicPr>
                <a:picLocks noChangeAspect="1" noChangeArrowheads="1"/>
              </p:cNvPicPr>
              <p:nvPr/>
            </p:nvPicPr>
            <p:blipFill>
              <a:blip r:embed="rId3"/>
              <a:srcRect/>
              <a:stretch>
                <a:fillRect/>
              </a:stretch>
            </p:blipFill>
            <p:spPr bwMode="auto">
              <a:xfrm>
                <a:off x="5572132" y="4857760"/>
                <a:ext cx="617538" cy="617538"/>
              </a:xfrm>
              <a:prstGeom prst="rect">
                <a:avLst/>
              </a:prstGeom>
              <a:noFill/>
            </p:spPr>
          </p:pic>
        </p:grpSp>
        <p:sp>
          <p:nvSpPr>
            <p:cNvPr id="11" name="TextBox 10"/>
            <p:cNvSpPr txBox="1"/>
            <p:nvPr/>
          </p:nvSpPr>
          <p:spPr>
            <a:xfrm>
              <a:off x="1857356" y="2571744"/>
              <a:ext cx="2928958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de-AT" dirty="0" smtClean="0"/>
                <a:t>SPList</a:t>
              </a:r>
              <a:endParaRPr lang="de-AT" dirty="0"/>
            </a:p>
          </p:txBody>
        </p:sp>
        <p:sp>
          <p:nvSpPr>
            <p:cNvPr id="12" name="TextBox 11"/>
            <p:cNvSpPr txBox="1"/>
            <p:nvPr/>
          </p:nvSpPr>
          <p:spPr>
            <a:xfrm>
              <a:off x="2143108" y="3214686"/>
              <a:ext cx="1500198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de-AT" dirty="0" smtClean="0"/>
                <a:t>SPListItem</a:t>
              </a:r>
              <a:endParaRPr lang="de-AT" dirty="0"/>
            </a:p>
          </p:txBody>
        </p:sp>
        <p:sp>
          <p:nvSpPr>
            <p:cNvPr id="13" name="Rectangle 12"/>
            <p:cNvSpPr/>
            <p:nvPr/>
          </p:nvSpPr>
          <p:spPr>
            <a:xfrm>
              <a:off x="4071934" y="2643182"/>
              <a:ext cx="2428892" cy="1643074"/>
            </a:xfrm>
            <a:prstGeom prst="rect">
              <a:avLst/>
            </a:prstGeom>
            <a:solidFill>
              <a:schemeClr val="bg2">
                <a:lumMod val="75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AT"/>
            </a:p>
          </p:txBody>
        </p:sp>
        <p:cxnSp>
          <p:nvCxnSpPr>
            <p:cNvPr id="15" name="Straight Arrow Connector 14"/>
            <p:cNvCxnSpPr/>
            <p:nvPr/>
          </p:nvCxnSpPr>
          <p:spPr>
            <a:xfrm>
              <a:off x="2285984" y="3000372"/>
              <a:ext cx="1500198" cy="1588"/>
            </a:xfrm>
            <a:prstGeom prst="straightConnector1">
              <a:avLst/>
            </a:prstGeom>
            <a:ln>
              <a:tailEnd type="arrow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sp>
          <p:nvSpPr>
            <p:cNvPr id="16" name="TextBox 15"/>
            <p:cNvSpPr txBox="1"/>
            <p:nvPr/>
          </p:nvSpPr>
          <p:spPr>
            <a:xfrm>
              <a:off x="4214810" y="2786058"/>
              <a:ext cx="1714512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de-AT" dirty="0" smtClean="0"/>
                <a:t>SPFolder</a:t>
              </a:r>
              <a:endParaRPr lang="de-AT" dirty="0"/>
            </a:p>
          </p:txBody>
        </p:sp>
        <p:sp>
          <p:nvSpPr>
            <p:cNvPr id="18" name="Right Brace 17"/>
            <p:cNvSpPr/>
            <p:nvPr/>
          </p:nvSpPr>
          <p:spPr>
            <a:xfrm>
              <a:off x="7000892" y="2571744"/>
              <a:ext cx="71438" cy="2071702"/>
            </a:xfrm>
            <a:prstGeom prst="rightBrace">
              <a:avLst/>
            </a:prstGeom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de-AT"/>
            </a:p>
          </p:txBody>
        </p:sp>
        <p:sp>
          <p:nvSpPr>
            <p:cNvPr id="21" name="TextBox 20"/>
            <p:cNvSpPr txBox="1"/>
            <p:nvPr/>
          </p:nvSpPr>
          <p:spPr>
            <a:xfrm>
              <a:off x="7215206" y="3429000"/>
              <a:ext cx="846065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de-AT" dirty="0" smtClean="0"/>
                <a:t>Folders</a:t>
              </a:r>
              <a:endParaRPr lang="de-AT" dirty="0"/>
            </a:p>
          </p:txBody>
        </p:sp>
        <p:pic>
          <p:nvPicPr>
            <p:cNvPr id="1026" name="Picture 2" descr="E:\IconExperience\all\all\128x128\plain\document_dirty.png"/>
            <p:cNvPicPr>
              <a:picLocks noChangeAspect="1" noChangeArrowheads="1"/>
            </p:cNvPicPr>
            <p:nvPr/>
          </p:nvPicPr>
          <p:blipFill>
            <a:blip r:embed="rId4"/>
            <a:srcRect/>
            <a:stretch>
              <a:fillRect/>
            </a:stretch>
          </p:blipFill>
          <p:spPr bwMode="auto">
            <a:xfrm>
              <a:off x="4357686" y="3357562"/>
              <a:ext cx="642942" cy="642942"/>
            </a:xfrm>
            <a:prstGeom prst="rect">
              <a:avLst/>
            </a:prstGeom>
            <a:noFill/>
          </p:spPr>
        </p:pic>
        <p:sp>
          <p:nvSpPr>
            <p:cNvPr id="25" name="TextBox 24"/>
            <p:cNvSpPr txBox="1"/>
            <p:nvPr/>
          </p:nvSpPr>
          <p:spPr>
            <a:xfrm>
              <a:off x="5072066" y="3500438"/>
              <a:ext cx="857256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de-AT" dirty="0" smtClean="0"/>
                <a:t>SPFile</a:t>
              </a:r>
              <a:endParaRPr lang="de-AT" dirty="0"/>
            </a:p>
          </p:txBody>
        </p:sp>
      </p:grpSp>
      <p:sp>
        <p:nvSpPr>
          <p:cNvPr id="28" name="TextBox 27"/>
          <p:cNvSpPr txBox="1"/>
          <p:nvPr/>
        </p:nvSpPr>
        <p:spPr>
          <a:xfrm>
            <a:off x="1071538" y="2214554"/>
            <a:ext cx="192882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AT" dirty="0" smtClean="0"/>
              <a:t>SPWeb</a:t>
            </a:r>
            <a:endParaRPr lang="de-AT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AT" dirty="0" smtClean="0"/>
              <a:t>SPFolder Class</a:t>
            </a:r>
            <a:endParaRPr lang="de-AT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13"/>
          </p:nvPr>
        </p:nvSpPr>
        <p:spPr>
          <a:xfrm>
            <a:off x="642910" y="2928934"/>
            <a:ext cx="8143903" cy="3429024"/>
          </a:xfrm>
        </p:spPr>
        <p:txBody>
          <a:bodyPr/>
          <a:lstStyle/>
          <a:p>
            <a:r>
              <a:rPr smtClean="0"/>
              <a:t>Each Library has a folder associated to it</a:t>
            </a:r>
            <a:endParaRPr lang="de-AT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quarter" idx="15"/>
          </p:nvPr>
        </p:nvSpPr>
        <p:spPr>
          <a:solidFill>
            <a:schemeClr val="accent1"/>
          </a:solidFill>
        </p:spPr>
        <p:txBody>
          <a:bodyPr/>
          <a:lstStyle/>
          <a:p>
            <a:r>
              <a:rPr lang="en-US" dirty="0" smtClean="0">
                <a:solidFill>
                  <a:schemeClr val="tx1"/>
                </a:solidFill>
              </a:rPr>
              <a:t>Represents a </a:t>
            </a:r>
            <a:r>
              <a:rPr lang="en-US" dirty="0">
                <a:solidFill>
                  <a:schemeClr val="tx1"/>
                </a:solidFill>
              </a:rPr>
              <a:t>folder on a </a:t>
            </a:r>
            <a:r>
              <a:rPr lang="en-US" dirty="0" smtClean="0">
                <a:solidFill>
                  <a:schemeClr val="tx1"/>
                </a:solidFill>
              </a:rPr>
              <a:t>SharePoint </a:t>
            </a:r>
            <a:r>
              <a:rPr lang="en-US" dirty="0">
                <a:solidFill>
                  <a:schemeClr val="tx1"/>
                </a:solidFill>
              </a:rPr>
              <a:t>Web </a:t>
            </a:r>
            <a:r>
              <a:rPr lang="en-US" dirty="0" smtClean="0">
                <a:solidFill>
                  <a:schemeClr val="tx1"/>
                </a:solidFill>
              </a:rPr>
              <a:t>site that contains all the binary files that SharePoint stores</a:t>
            </a:r>
            <a:endParaRPr lang="de-AT" dirty="0">
              <a:solidFill>
                <a:schemeClr val="tx1"/>
              </a:solidFill>
            </a:endParaRPr>
          </a:p>
        </p:txBody>
      </p:sp>
      <p:sp>
        <p:nvSpPr>
          <p:cNvPr id="5" name="Rounded Rectangle 4"/>
          <p:cNvSpPr/>
          <p:nvPr/>
        </p:nvSpPr>
        <p:spPr>
          <a:xfrm>
            <a:off x="785786" y="3429000"/>
            <a:ext cx="7858180" cy="2357454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de-AT" dirty="0" smtClean="0">
                <a:solidFill>
                  <a:schemeClr val="tx1"/>
                </a:solidFill>
              </a:rPr>
              <a:t>SPFolderCollection folders = Web.Folders;</a:t>
            </a:r>
          </a:p>
          <a:p>
            <a:r>
              <a:rPr lang="de-AT" dirty="0" smtClean="0">
                <a:solidFill>
                  <a:schemeClr val="tx1"/>
                </a:solidFill>
              </a:rPr>
              <a:t>foreach (SPFolder fld in folders)</a:t>
            </a:r>
          </a:p>
          <a:p>
            <a:r>
              <a:rPr lang="de-AT" dirty="0" smtClean="0">
                <a:solidFill>
                  <a:schemeClr val="tx1"/>
                </a:solidFill>
              </a:rPr>
              <a:t>{</a:t>
            </a:r>
          </a:p>
          <a:p>
            <a:r>
              <a:rPr lang="de-AT" dirty="0" smtClean="0">
                <a:solidFill>
                  <a:schemeClr val="tx1"/>
                </a:solidFill>
              </a:rPr>
              <a:t>	Debug.WriteLine(string.Format("Folder: {0}, URL: {1} ", 	fld.Name,fld.ServerRelativeUrl));</a:t>
            </a:r>
          </a:p>
          <a:p>
            <a:r>
              <a:rPr lang="de-AT" dirty="0" smtClean="0">
                <a:solidFill>
                  <a:schemeClr val="tx1"/>
                </a:solidFill>
              </a:rPr>
              <a:t>}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AT" dirty="0" smtClean="0"/>
              <a:t>SPFile Class</a:t>
            </a:r>
            <a:endParaRPr lang="de-AT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quarter" idx="15"/>
          </p:nvPr>
        </p:nvSpPr>
        <p:spPr>
          <a:solidFill>
            <a:schemeClr val="accent1"/>
          </a:solidFill>
        </p:spPr>
        <p:txBody>
          <a:bodyPr>
            <a:normAutofit fontScale="92500" lnSpcReduction="20000"/>
          </a:bodyPr>
          <a:lstStyle/>
          <a:p>
            <a:r>
              <a:rPr lang="en-US" dirty="0">
                <a:solidFill>
                  <a:schemeClr val="tx1"/>
                </a:solidFill>
              </a:rPr>
              <a:t>The SPFile class represents a file in a </a:t>
            </a:r>
            <a:r>
              <a:rPr lang="en-US" dirty="0" smtClean="0">
                <a:solidFill>
                  <a:schemeClr val="tx1"/>
                </a:solidFill>
              </a:rPr>
              <a:t>SharePoint </a:t>
            </a:r>
            <a:r>
              <a:rPr lang="en-US" dirty="0">
                <a:solidFill>
                  <a:schemeClr val="tx1"/>
                </a:solidFill>
              </a:rPr>
              <a:t>Web site that can be a Web Part Page, an item in a document library, or a file in a folder.</a:t>
            </a:r>
          </a:p>
          <a:p>
            <a:endParaRPr lang="de-AT" dirty="0"/>
          </a:p>
        </p:txBody>
      </p:sp>
      <p:sp>
        <p:nvSpPr>
          <p:cNvPr id="9" name="Rounded Rectangle 8"/>
          <p:cNvSpPr/>
          <p:nvPr/>
        </p:nvSpPr>
        <p:spPr>
          <a:xfrm>
            <a:off x="642910" y="2786058"/>
            <a:ext cx="8143932" cy="3571900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dirty="0" smtClean="0">
                <a:solidFill>
                  <a:schemeClr val="tx1"/>
                </a:solidFill>
              </a:rPr>
              <a:t> foreach (SPFile f in folder.Files)</a:t>
            </a:r>
          </a:p>
          <a:p>
            <a:r>
              <a:rPr lang="de-AT" dirty="0" smtClean="0">
                <a:solidFill>
                  <a:schemeClr val="tx1"/>
                </a:solidFill>
              </a:rPr>
              <a:t>{</a:t>
            </a:r>
          </a:p>
          <a:p>
            <a:r>
              <a:rPr lang="de-AT" dirty="0" smtClean="0">
                <a:solidFill>
                  <a:schemeClr val="tx1"/>
                </a:solidFill>
              </a:rPr>
              <a:t>	Debug.WriteLine(“File:“ + f.Name);</a:t>
            </a:r>
          </a:p>
          <a:p>
            <a:r>
              <a:rPr lang="de-AT" dirty="0" smtClean="0">
                <a:solidFill>
                  <a:schemeClr val="tx1"/>
                </a:solidFill>
              </a:rPr>
              <a:t>	Stream input = f.OpenBinaryStream();</a:t>
            </a:r>
          </a:p>
          <a:p>
            <a:r>
              <a:rPr lang="de-AT" dirty="0" smtClean="0">
                <a:solidFill>
                  <a:schemeClr val="tx1"/>
                </a:solidFill>
              </a:rPr>
              <a:t>	Stream target = File.Create("c:\\"  + f.Name);</a:t>
            </a:r>
          </a:p>
          <a:p>
            <a:endParaRPr lang="de-AT" dirty="0" smtClean="0">
              <a:solidFill>
                <a:schemeClr val="tx1"/>
              </a:solidFill>
            </a:endParaRPr>
          </a:p>
          <a:p>
            <a:r>
              <a:rPr lang="de-AT" dirty="0" smtClean="0">
                <a:solidFill>
                  <a:schemeClr val="tx1"/>
                </a:solidFill>
              </a:rPr>
              <a:t>	BinaryReader reader = new BinaryReader(input);</a:t>
            </a:r>
          </a:p>
          <a:p>
            <a:r>
              <a:rPr lang="de-AT" dirty="0" smtClean="0">
                <a:solidFill>
                  <a:schemeClr val="tx1"/>
                </a:solidFill>
              </a:rPr>
              <a:t>	BinaryWriter writer = new BinaryWriter(target);</a:t>
            </a:r>
          </a:p>
          <a:p>
            <a:r>
              <a:rPr lang="de-AT" dirty="0" smtClean="0">
                <a:solidFill>
                  <a:schemeClr val="tx1"/>
                </a:solidFill>
              </a:rPr>
              <a:t>	writer.Write(reader.ReadBytes((int)input.Length));</a:t>
            </a:r>
          </a:p>
          <a:p>
            <a:r>
              <a:rPr lang="de-AT" dirty="0" smtClean="0">
                <a:solidFill>
                  <a:schemeClr val="tx1"/>
                </a:solidFill>
              </a:rPr>
              <a:t>	writer.Flush();</a:t>
            </a:r>
          </a:p>
          <a:p>
            <a:r>
              <a:rPr lang="de-AT" dirty="0" smtClean="0">
                <a:solidFill>
                  <a:schemeClr val="tx1"/>
                </a:solidFill>
              </a:rPr>
              <a:t>}</a:t>
            </a:r>
            <a:endParaRPr lang="de-AT" dirty="0">
              <a:solidFill>
                <a:schemeClr val="tx1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AT" dirty="0" smtClean="0"/>
              <a:t>Uploading a File</a:t>
            </a:r>
            <a:endParaRPr lang="en-US" dirty="0"/>
          </a:p>
        </p:txBody>
      </p:sp>
      <p:sp>
        <p:nvSpPr>
          <p:cNvPr id="9" name="Text Placeholder 8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0" name="Rounded Rectangle 9"/>
          <p:cNvSpPr/>
          <p:nvPr/>
        </p:nvSpPr>
        <p:spPr>
          <a:xfrm>
            <a:off x="714348" y="1928802"/>
            <a:ext cx="8001056" cy="4429156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200" dirty="0" smtClean="0">
                <a:solidFill>
                  <a:schemeClr val="tx1"/>
                </a:solidFill>
              </a:rPr>
              <a:t>  public void </a:t>
            </a:r>
            <a:r>
              <a:rPr lang="en-US" sz="1200" dirty="0" err="1" smtClean="0">
                <a:solidFill>
                  <a:schemeClr val="tx1"/>
                </a:solidFill>
              </a:rPr>
              <a:t>UploadItem</a:t>
            </a:r>
            <a:r>
              <a:rPr lang="en-US" sz="1200" dirty="0" smtClean="0">
                <a:solidFill>
                  <a:schemeClr val="tx1"/>
                </a:solidFill>
              </a:rPr>
              <a:t>(</a:t>
            </a:r>
            <a:r>
              <a:rPr lang="en-US" sz="1200" dirty="0" err="1" smtClean="0">
                <a:solidFill>
                  <a:schemeClr val="tx1"/>
                </a:solidFill>
              </a:rPr>
              <a:t>SPList</a:t>
            </a:r>
            <a:r>
              <a:rPr lang="en-US" sz="1200" dirty="0" smtClean="0">
                <a:solidFill>
                  <a:schemeClr val="tx1"/>
                </a:solidFill>
              </a:rPr>
              <a:t> Lib, </a:t>
            </a:r>
            <a:r>
              <a:rPr lang="en-US" sz="1200" dirty="0" err="1" smtClean="0">
                <a:solidFill>
                  <a:schemeClr val="tx1"/>
                </a:solidFill>
              </a:rPr>
              <a:t>DataTable</a:t>
            </a:r>
            <a:r>
              <a:rPr lang="en-US" sz="1200" dirty="0" smtClean="0">
                <a:solidFill>
                  <a:schemeClr val="tx1"/>
                </a:solidFill>
              </a:rPr>
              <a:t> </a:t>
            </a:r>
            <a:r>
              <a:rPr lang="en-US" sz="1200" dirty="0" err="1" smtClean="0">
                <a:solidFill>
                  <a:schemeClr val="tx1"/>
                </a:solidFill>
              </a:rPr>
              <a:t>dt</a:t>
            </a:r>
            <a:r>
              <a:rPr lang="en-US" sz="1200" dirty="0" smtClean="0">
                <a:solidFill>
                  <a:schemeClr val="tx1"/>
                </a:solidFill>
              </a:rPr>
              <a:t>, </a:t>
            </a:r>
            <a:r>
              <a:rPr lang="en-US" sz="1200" dirty="0" err="1" smtClean="0">
                <a:solidFill>
                  <a:schemeClr val="tx1"/>
                </a:solidFill>
              </a:rPr>
              <a:t>SPContentType</a:t>
            </a:r>
            <a:r>
              <a:rPr lang="en-US" sz="1200" dirty="0" smtClean="0">
                <a:solidFill>
                  <a:schemeClr val="tx1"/>
                </a:solidFill>
              </a:rPr>
              <a:t> ct, string </a:t>
            </a:r>
            <a:r>
              <a:rPr lang="en-US" sz="1200" dirty="0" err="1" smtClean="0">
                <a:solidFill>
                  <a:schemeClr val="tx1"/>
                </a:solidFill>
              </a:rPr>
              <a:t>FileName</a:t>
            </a:r>
            <a:r>
              <a:rPr lang="en-US" sz="1200" dirty="0" smtClean="0">
                <a:solidFill>
                  <a:schemeClr val="tx1"/>
                </a:solidFill>
              </a:rPr>
              <a:t>, byte[] file)</a:t>
            </a:r>
          </a:p>
          <a:p>
            <a:r>
              <a:rPr lang="en-US" sz="1200" dirty="0" smtClean="0">
                <a:solidFill>
                  <a:schemeClr val="tx1"/>
                </a:solidFill>
              </a:rPr>
              <a:t>        {</a:t>
            </a:r>
          </a:p>
          <a:p>
            <a:r>
              <a:rPr lang="en-US" sz="1200" dirty="0" smtClean="0">
                <a:solidFill>
                  <a:schemeClr val="tx1"/>
                </a:solidFill>
              </a:rPr>
              <a:t>            </a:t>
            </a:r>
            <a:r>
              <a:rPr lang="en-US" sz="1200" dirty="0" err="1" smtClean="0">
                <a:solidFill>
                  <a:schemeClr val="tx1"/>
                </a:solidFill>
              </a:rPr>
              <a:t>Lib.ParentWeb.AllowUnsafeUpdates</a:t>
            </a:r>
            <a:r>
              <a:rPr lang="en-US" sz="1200" dirty="0" smtClean="0">
                <a:solidFill>
                  <a:schemeClr val="tx1"/>
                </a:solidFill>
              </a:rPr>
              <a:t> = true;</a:t>
            </a:r>
          </a:p>
          <a:p>
            <a:r>
              <a:rPr lang="en-US" sz="1200" dirty="0" smtClean="0">
                <a:solidFill>
                  <a:schemeClr val="tx1"/>
                </a:solidFill>
              </a:rPr>
              <a:t>            </a:t>
            </a:r>
            <a:r>
              <a:rPr lang="en-US" sz="1200" dirty="0" err="1" smtClean="0">
                <a:solidFill>
                  <a:schemeClr val="tx1"/>
                </a:solidFill>
              </a:rPr>
              <a:t>Hashtable</a:t>
            </a:r>
            <a:r>
              <a:rPr lang="en-US" sz="1200" dirty="0" smtClean="0">
                <a:solidFill>
                  <a:schemeClr val="tx1"/>
                </a:solidFill>
              </a:rPr>
              <a:t> properties = new </a:t>
            </a:r>
            <a:r>
              <a:rPr lang="en-US" sz="1200" dirty="0" err="1" smtClean="0">
                <a:solidFill>
                  <a:schemeClr val="tx1"/>
                </a:solidFill>
              </a:rPr>
              <a:t>Hashtable</a:t>
            </a:r>
            <a:r>
              <a:rPr lang="en-US" sz="1200" dirty="0" smtClean="0">
                <a:solidFill>
                  <a:schemeClr val="tx1"/>
                </a:solidFill>
              </a:rPr>
              <a:t>();</a:t>
            </a:r>
          </a:p>
          <a:p>
            <a:endParaRPr lang="en-US" sz="1200" dirty="0" smtClean="0">
              <a:solidFill>
                <a:schemeClr val="tx1"/>
              </a:solidFill>
            </a:endParaRPr>
          </a:p>
          <a:p>
            <a:pPr lvl="1"/>
            <a:r>
              <a:rPr lang="en-US" sz="1200" dirty="0" smtClean="0">
                <a:solidFill>
                  <a:schemeClr val="tx1"/>
                </a:solidFill>
              </a:rPr>
              <a:t> if (</a:t>
            </a:r>
            <a:r>
              <a:rPr lang="en-US" sz="1200" dirty="0" err="1" smtClean="0">
                <a:solidFill>
                  <a:schemeClr val="tx1"/>
                </a:solidFill>
              </a:rPr>
              <a:t>string.IsNullOrEmpty</a:t>
            </a:r>
            <a:r>
              <a:rPr lang="en-US" sz="1200" dirty="0" smtClean="0">
                <a:solidFill>
                  <a:schemeClr val="tx1"/>
                </a:solidFill>
              </a:rPr>
              <a:t>(row["Value"])==false)           </a:t>
            </a:r>
          </a:p>
          <a:p>
            <a:pPr lvl="1"/>
            <a:r>
              <a:rPr lang="en-US" sz="1200" dirty="0" smtClean="0">
                <a:solidFill>
                  <a:schemeClr val="tx1"/>
                </a:solidFill>
              </a:rPr>
              <a:t> {</a:t>
            </a:r>
          </a:p>
          <a:p>
            <a:pPr lvl="1"/>
            <a:r>
              <a:rPr lang="en-US" sz="1200" dirty="0" smtClean="0">
                <a:solidFill>
                  <a:schemeClr val="tx1"/>
                </a:solidFill>
              </a:rPr>
              <a:t>                </a:t>
            </a:r>
            <a:r>
              <a:rPr lang="en-US" sz="1200" dirty="0" err="1" smtClean="0">
                <a:solidFill>
                  <a:schemeClr val="tx1"/>
                </a:solidFill>
              </a:rPr>
              <a:t>properties.Add</a:t>
            </a:r>
            <a:r>
              <a:rPr lang="en-US" sz="1200" dirty="0" smtClean="0">
                <a:solidFill>
                  <a:schemeClr val="tx1"/>
                </a:solidFill>
              </a:rPr>
              <a:t>("</a:t>
            </a:r>
            <a:r>
              <a:rPr lang="en-US" sz="1200" dirty="0" err="1" smtClean="0">
                <a:solidFill>
                  <a:schemeClr val="tx1"/>
                </a:solidFill>
              </a:rPr>
              <a:t>ContentType</a:t>
            </a:r>
            <a:r>
              <a:rPr lang="en-US" sz="1200" dirty="0" smtClean="0">
                <a:solidFill>
                  <a:schemeClr val="tx1"/>
                </a:solidFill>
              </a:rPr>
              <a:t>", </a:t>
            </a:r>
            <a:r>
              <a:rPr lang="en-US" sz="1200" dirty="0" err="1" smtClean="0">
                <a:solidFill>
                  <a:schemeClr val="tx1"/>
                </a:solidFill>
              </a:rPr>
              <a:t>ct.Name</a:t>
            </a:r>
            <a:r>
              <a:rPr lang="en-US" sz="1200" dirty="0" smtClean="0">
                <a:solidFill>
                  <a:schemeClr val="tx1"/>
                </a:solidFill>
              </a:rPr>
              <a:t>);</a:t>
            </a:r>
          </a:p>
          <a:p>
            <a:pPr lvl="1"/>
            <a:r>
              <a:rPr lang="en-US" sz="1200" dirty="0" smtClean="0">
                <a:solidFill>
                  <a:schemeClr val="tx1"/>
                </a:solidFill>
              </a:rPr>
              <a:t>                </a:t>
            </a:r>
            <a:r>
              <a:rPr lang="en-US" sz="1200" dirty="0" err="1" smtClean="0">
                <a:solidFill>
                  <a:schemeClr val="tx1"/>
                </a:solidFill>
              </a:rPr>
              <a:t>foreach</a:t>
            </a:r>
            <a:r>
              <a:rPr lang="en-US" sz="1200" dirty="0" smtClean="0">
                <a:solidFill>
                  <a:schemeClr val="tx1"/>
                </a:solidFill>
              </a:rPr>
              <a:t> (</a:t>
            </a:r>
            <a:r>
              <a:rPr lang="en-US" sz="1200" dirty="0" err="1" smtClean="0">
                <a:solidFill>
                  <a:schemeClr val="tx1"/>
                </a:solidFill>
              </a:rPr>
              <a:t>DataRow</a:t>
            </a:r>
            <a:r>
              <a:rPr lang="en-US" sz="1200" dirty="0" smtClean="0">
                <a:solidFill>
                  <a:schemeClr val="tx1"/>
                </a:solidFill>
              </a:rPr>
              <a:t> row in </a:t>
            </a:r>
            <a:r>
              <a:rPr lang="en-US" sz="1200" dirty="0" err="1" smtClean="0">
                <a:solidFill>
                  <a:schemeClr val="tx1"/>
                </a:solidFill>
              </a:rPr>
              <a:t>dt.Rows</a:t>
            </a:r>
            <a:r>
              <a:rPr lang="en-US" sz="1200" dirty="0" smtClean="0">
                <a:solidFill>
                  <a:schemeClr val="tx1"/>
                </a:solidFill>
              </a:rPr>
              <a:t>)</a:t>
            </a:r>
          </a:p>
          <a:p>
            <a:pPr lvl="1"/>
            <a:r>
              <a:rPr lang="en-US" sz="1200" dirty="0" smtClean="0">
                <a:solidFill>
                  <a:schemeClr val="tx1"/>
                </a:solidFill>
              </a:rPr>
              <a:t>                {</a:t>
            </a:r>
          </a:p>
          <a:p>
            <a:pPr lvl="1"/>
            <a:r>
              <a:rPr lang="en-US" sz="1200" dirty="0" smtClean="0">
                <a:solidFill>
                  <a:schemeClr val="tx1"/>
                </a:solidFill>
              </a:rPr>
              <a:t>                    if (!row["Value"].</a:t>
            </a:r>
            <a:r>
              <a:rPr lang="en-US" sz="1200" dirty="0" err="1" smtClean="0">
                <a:solidFill>
                  <a:schemeClr val="tx1"/>
                </a:solidFill>
              </a:rPr>
              <a:t>ToString</a:t>
            </a:r>
            <a:r>
              <a:rPr lang="en-US" sz="1200" dirty="0" smtClean="0">
                <a:solidFill>
                  <a:schemeClr val="tx1"/>
                </a:solidFill>
              </a:rPr>
              <a:t>().Equals(</a:t>
            </a:r>
            <a:r>
              <a:rPr lang="en-US" sz="1200" dirty="0" err="1" smtClean="0">
                <a:solidFill>
                  <a:schemeClr val="tx1"/>
                </a:solidFill>
              </a:rPr>
              <a:t>String.Empty</a:t>
            </a:r>
            <a:r>
              <a:rPr lang="en-US" sz="1200" dirty="0" smtClean="0">
                <a:solidFill>
                  <a:schemeClr val="tx1"/>
                </a:solidFill>
              </a:rPr>
              <a:t>))</a:t>
            </a:r>
          </a:p>
          <a:p>
            <a:pPr lvl="1"/>
            <a:r>
              <a:rPr lang="en-US" sz="1200" dirty="0" smtClean="0">
                <a:solidFill>
                  <a:schemeClr val="tx1"/>
                </a:solidFill>
              </a:rPr>
              <a:t>                    {</a:t>
            </a:r>
          </a:p>
          <a:p>
            <a:pPr lvl="1"/>
            <a:r>
              <a:rPr lang="en-US" sz="1200" dirty="0" smtClean="0">
                <a:solidFill>
                  <a:schemeClr val="tx1"/>
                </a:solidFill>
              </a:rPr>
              <a:t>                        string id = row["ID"].</a:t>
            </a:r>
            <a:r>
              <a:rPr lang="en-US" sz="1200" dirty="0" err="1" smtClean="0">
                <a:solidFill>
                  <a:schemeClr val="tx1"/>
                </a:solidFill>
              </a:rPr>
              <a:t>ToString</a:t>
            </a:r>
            <a:r>
              <a:rPr lang="en-US" sz="1200" dirty="0" smtClean="0">
                <a:solidFill>
                  <a:schemeClr val="tx1"/>
                </a:solidFill>
              </a:rPr>
              <a:t>();</a:t>
            </a:r>
          </a:p>
          <a:p>
            <a:pPr lvl="1"/>
            <a:r>
              <a:rPr lang="en-US" sz="1200" dirty="0" smtClean="0">
                <a:solidFill>
                  <a:schemeClr val="tx1"/>
                </a:solidFill>
              </a:rPr>
              <a:t>                        string </a:t>
            </a:r>
            <a:r>
              <a:rPr lang="en-US" sz="1200" dirty="0" err="1" smtClean="0">
                <a:solidFill>
                  <a:schemeClr val="tx1"/>
                </a:solidFill>
              </a:rPr>
              <a:t>val</a:t>
            </a:r>
            <a:r>
              <a:rPr lang="en-US" sz="1200" dirty="0" smtClean="0">
                <a:solidFill>
                  <a:schemeClr val="tx1"/>
                </a:solidFill>
              </a:rPr>
              <a:t> = row["Value"].</a:t>
            </a:r>
            <a:r>
              <a:rPr lang="en-US" sz="1200" dirty="0" err="1" smtClean="0">
                <a:solidFill>
                  <a:schemeClr val="tx1"/>
                </a:solidFill>
              </a:rPr>
              <a:t>ToString</a:t>
            </a:r>
            <a:r>
              <a:rPr lang="en-US" sz="1200" dirty="0" smtClean="0">
                <a:solidFill>
                  <a:schemeClr val="tx1"/>
                </a:solidFill>
              </a:rPr>
              <a:t>();</a:t>
            </a:r>
          </a:p>
          <a:p>
            <a:pPr lvl="1"/>
            <a:r>
              <a:rPr lang="en-US" sz="1200" dirty="0" smtClean="0">
                <a:solidFill>
                  <a:schemeClr val="tx1"/>
                </a:solidFill>
              </a:rPr>
              <a:t>                        </a:t>
            </a:r>
            <a:r>
              <a:rPr lang="en-US" sz="1200" dirty="0" err="1" smtClean="0">
                <a:solidFill>
                  <a:schemeClr val="tx1"/>
                </a:solidFill>
              </a:rPr>
              <a:t>properties.Add</a:t>
            </a:r>
            <a:r>
              <a:rPr lang="en-US" sz="1200" dirty="0" smtClean="0">
                <a:solidFill>
                  <a:schemeClr val="tx1"/>
                </a:solidFill>
              </a:rPr>
              <a:t>(id, </a:t>
            </a:r>
            <a:r>
              <a:rPr lang="en-US" sz="1200" dirty="0" err="1" smtClean="0">
                <a:solidFill>
                  <a:schemeClr val="tx1"/>
                </a:solidFill>
              </a:rPr>
              <a:t>val</a:t>
            </a:r>
            <a:r>
              <a:rPr lang="en-US" sz="1200" dirty="0" smtClean="0">
                <a:solidFill>
                  <a:schemeClr val="tx1"/>
                </a:solidFill>
              </a:rPr>
              <a:t>);</a:t>
            </a:r>
          </a:p>
          <a:p>
            <a:pPr lvl="1"/>
            <a:r>
              <a:rPr lang="en-US" sz="1200" dirty="0" smtClean="0">
                <a:solidFill>
                  <a:schemeClr val="tx1"/>
                </a:solidFill>
              </a:rPr>
              <a:t>                    }</a:t>
            </a:r>
          </a:p>
          <a:p>
            <a:pPr lvl="1"/>
            <a:r>
              <a:rPr lang="en-US" sz="1200" dirty="0" smtClean="0">
                <a:solidFill>
                  <a:schemeClr val="tx1"/>
                </a:solidFill>
              </a:rPr>
              <a:t>                }</a:t>
            </a:r>
          </a:p>
          <a:p>
            <a:pPr lvl="1"/>
            <a:r>
              <a:rPr lang="en-US" sz="1200" smtClean="0">
                <a:solidFill>
                  <a:schemeClr val="tx1"/>
                </a:solidFill>
              </a:rPr>
              <a:t> }</a:t>
            </a:r>
            <a:endParaRPr lang="en-US" sz="1200" dirty="0" smtClean="0">
              <a:solidFill>
                <a:schemeClr val="tx1"/>
              </a:solidFill>
            </a:endParaRPr>
          </a:p>
          <a:p>
            <a:pPr lvl="1"/>
            <a:endParaRPr lang="en-US" sz="1200" dirty="0" smtClean="0">
              <a:solidFill>
                <a:schemeClr val="tx1"/>
              </a:solidFill>
            </a:endParaRPr>
          </a:p>
          <a:p>
            <a:pPr lvl="1"/>
            <a:r>
              <a:rPr lang="en-US" sz="1200" dirty="0" err="1" smtClean="0">
                <a:solidFill>
                  <a:schemeClr val="tx1"/>
                </a:solidFill>
              </a:rPr>
              <a:t>SPFolder</a:t>
            </a:r>
            <a:r>
              <a:rPr lang="en-US" sz="1200" dirty="0" smtClean="0">
                <a:solidFill>
                  <a:schemeClr val="tx1"/>
                </a:solidFill>
              </a:rPr>
              <a:t> folder = </a:t>
            </a:r>
            <a:r>
              <a:rPr lang="en-US" sz="1200" dirty="0" err="1" smtClean="0">
                <a:solidFill>
                  <a:schemeClr val="tx1"/>
                </a:solidFill>
              </a:rPr>
              <a:t>Lib.RootFolder</a:t>
            </a:r>
            <a:r>
              <a:rPr lang="en-US" sz="1200" dirty="0" smtClean="0">
                <a:solidFill>
                  <a:schemeClr val="tx1"/>
                </a:solidFill>
              </a:rPr>
              <a:t>;</a:t>
            </a:r>
          </a:p>
          <a:p>
            <a:pPr lvl="1"/>
            <a:r>
              <a:rPr lang="en-US" sz="1200" dirty="0" err="1" smtClean="0">
                <a:solidFill>
                  <a:schemeClr val="tx1"/>
                </a:solidFill>
              </a:rPr>
              <a:t>folder.Files.Add</a:t>
            </a:r>
            <a:r>
              <a:rPr lang="en-US" sz="1200" dirty="0" smtClean="0">
                <a:solidFill>
                  <a:schemeClr val="tx1"/>
                </a:solidFill>
              </a:rPr>
              <a:t>(</a:t>
            </a:r>
            <a:r>
              <a:rPr lang="en-US" sz="1200" dirty="0" err="1" smtClean="0">
                <a:solidFill>
                  <a:schemeClr val="tx1"/>
                </a:solidFill>
              </a:rPr>
              <a:t>FileName</a:t>
            </a:r>
            <a:r>
              <a:rPr lang="en-US" sz="1200" dirty="0" smtClean="0">
                <a:solidFill>
                  <a:schemeClr val="tx1"/>
                </a:solidFill>
              </a:rPr>
              <a:t>, file, properties, true);</a:t>
            </a:r>
          </a:p>
          <a:p>
            <a:r>
              <a:rPr lang="en-US" sz="1200" dirty="0" smtClean="0">
                <a:solidFill>
                  <a:schemeClr val="tx1"/>
                </a:solidFill>
              </a:rPr>
              <a:t>}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de-AT" dirty="0" smtClean="0"/>
              <a:t>Change the Check-In-State</a:t>
            </a:r>
            <a:endParaRPr lang="de-AT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endParaRPr lang="de-AT" dirty="0"/>
          </a:p>
        </p:txBody>
      </p:sp>
      <p:sp>
        <p:nvSpPr>
          <p:cNvPr id="4" name="Rounded Rectangle 3"/>
          <p:cNvSpPr/>
          <p:nvPr/>
        </p:nvSpPr>
        <p:spPr>
          <a:xfrm>
            <a:off x="642910" y="1785926"/>
            <a:ext cx="8072494" cy="4071966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de-AT" dirty="0" smtClean="0">
                <a:solidFill>
                  <a:schemeClr val="tx1"/>
                </a:solidFill>
              </a:rPr>
              <a:t>// Change the Check-In State of a file</a:t>
            </a:r>
          </a:p>
          <a:p>
            <a:r>
              <a:rPr lang="de-AT" dirty="0" smtClean="0">
                <a:solidFill>
                  <a:schemeClr val="tx1"/>
                </a:solidFill>
              </a:rPr>
              <a:t>SPFolder folder = List.RootFolder;</a:t>
            </a:r>
          </a:p>
          <a:p>
            <a:r>
              <a:rPr lang="de-AT" dirty="0" smtClean="0">
                <a:solidFill>
                  <a:schemeClr val="tx1"/>
                </a:solidFill>
              </a:rPr>
              <a:t>SPFile file = folder.Files["offers/my doc.docx"];</a:t>
            </a:r>
          </a:p>
          <a:p>
            <a:r>
              <a:rPr lang="de-AT" dirty="0" smtClean="0">
                <a:solidFill>
                  <a:schemeClr val="tx1"/>
                </a:solidFill>
              </a:rPr>
              <a:t>if (file.CheckOutStatus == SPFile.SPCheckOutStatus.None)</a:t>
            </a:r>
          </a:p>
          <a:p>
            <a:r>
              <a:rPr lang="de-AT" dirty="0" smtClean="0">
                <a:solidFill>
                  <a:schemeClr val="tx1"/>
                </a:solidFill>
              </a:rPr>
              <a:t>{</a:t>
            </a:r>
          </a:p>
          <a:p>
            <a:r>
              <a:rPr lang="de-AT" dirty="0" smtClean="0">
                <a:solidFill>
                  <a:schemeClr val="tx1"/>
                </a:solidFill>
              </a:rPr>
              <a:t>	file.CheckOut(); </a:t>
            </a:r>
          </a:p>
          <a:p>
            <a:r>
              <a:rPr lang="de-AT" dirty="0" smtClean="0">
                <a:solidFill>
                  <a:schemeClr val="tx1"/>
                </a:solidFill>
              </a:rPr>
              <a:t>}</a:t>
            </a:r>
          </a:p>
          <a:p>
            <a:r>
              <a:rPr lang="de-AT" dirty="0" smtClean="0">
                <a:solidFill>
                  <a:schemeClr val="tx1"/>
                </a:solidFill>
              </a:rPr>
              <a:t>else</a:t>
            </a:r>
          </a:p>
          <a:p>
            <a:r>
              <a:rPr lang="de-AT" dirty="0" smtClean="0">
                <a:solidFill>
                  <a:schemeClr val="tx1"/>
                </a:solidFill>
              </a:rPr>
              <a:t>{	</a:t>
            </a:r>
          </a:p>
          <a:p>
            <a:r>
              <a:rPr lang="de-AT" dirty="0" smtClean="0">
                <a:solidFill>
                  <a:schemeClr val="tx1"/>
                </a:solidFill>
              </a:rPr>
              <a:t>	file.CheckIn("File checked in using code"); </a:t>
            </a:r>
          </a:p>
          <a:p>
            <a:r>
              <a:rPr lang="de-AT" dirty="0" smtClean="0">
                <a:solidFill>
                  <a:schemeClr val="tx1"/>
                </a:solidFill>
              </a:rPr>
              <a:t>}</a:t>
            </a:r>
            <a:endParaRPr lang="de-AT" dirty="0">
              <a:solidFill>
                <a:schemeClr val="tx1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AT" dirty="0" smtClean="0"/>
              <a:t>Accessing File Versions</a:t>
            </a:r>
            <a:endParaRPr lang="de-AT" dirty="0"/>
          </a:p>
        </p:txBody>
      </p:sp>
      <p:sp>
        <p:nvSpPr>
          <p:cNvPr id="4" name="Rounded Rectangle 3"/>
          <p:cNvSpPr/>
          <p:nvPr/>
        </p:nvSpPr>
        <p:spPr>
          <a:xfrm>
            <a:off x="642910" y="1643050"/>
            <a:ext cx="7786742" cy="4429156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de-AT" sz="1600" dirty="0" smtClean="0">
                <a:solidFill>
                  <a:schemeClr val="tx1"/>
                </a:solidFill>
              </a:rPr>
              <a:t>foreach (SPFile f in folder.Files) </a:t>
            </a:r>
          </a:p>
          <a:p>
            <a:r>
              <a:rPr lang="de-AT" sz="1600" dirty="0" smtClean="0">
                <a:solidFill>
                  <a:schemeClr val="tx1"/>
                </a:solidFill>
              </a:rPr>
              <a:t>{</a:t>
            </a:r>
          </a:p>
          <a:p>
            <a:r>
              <a:rPr lang="de-AT" sz="1600" dirty="0" smtClean="0">
                <a:solidFill>
                  <a:schemeClr val="tx1"/>
                </a:solidFill>
              </a:rPr>
              <a:t>	Debug.WriteLine(string.Format("File: {0}, Version: {1}.{2}", 	f.Name, </a:t>
            </a:r>
            <a:r>
              <a:rPr lang="de-AT" sz="1600" dirty="0" smtClean="0">
                <a:solidFill>
                  <a:schemeClr val="tx1"/>
                </a:solidFill>
              </a:rPr>
              <a:t>	f.MajorVersion</a:t>
            </a:r>
            <a:r>
              <a:rPr lang="de-AT" sz="1600" dirty="0" smtClean="0">
                <a:solidFill>
                  <a:schemeClr val="tx1"/>
                </a:solidFill>
              </a:rPr>
              <a:t>, f.MinorVersion));</a:t>
            </a:r>
          </a:p>
          <a:p>
            <a:endParaRPr lang="de-AT" sz="1600" dirty="0" smtClean="0">
              <a:solidFill>
                <a:schemeClr val="tx1"/>
              </a:solidFill>
            </a:endParaRPr>
          </a:p>
          <a:p>
            <a:r>
              <a:rPr lang="de-AT" sz="1600" dirty="0" smtClean="0">
                <a:solidFill>
                  <a:schemeClr val="tx1"/>
                </a:solidFill>
              </a:rPr>
              <a:t>	if (f.Versions.Count&gt;1)</a:t>
            </a:r>
          </a:p>
          <a:p>
            <a:r>
              <a:rPr lang="de-AT" sz="1600" dirty="0" smtClean="0">
                <a:solidFill>
                  <a:schemeClr val="tx1"/>
                </a:solidFill>
              </a:rPr>
              <a:t>	{</a:t>
            </a:r>
          </a:p>
          <a:p>
            <a:r>
              <a:rPr lang="de-AT" sz="1600" dirty="0" smtClean="0">
                <a:solidFill>
                  <a:schemeClr val="tx1"/>
                </a:solidFill>
              </a:rPr>
              <a:t>		SPFileVersionCollection versions = f.Versions;</a:t>
            </a:r>
          </a:p>
          <a:p>
            <a:r>
              <a:rPr lang="de-AT" sz="1600" dirty="0" smtClean="0">
                <a:solidFill>
                  <a:schemeClr val="tx1"/>
                </a:solidFill>
              </a:rPr>
              <a:t>		foreach (SPFileVersion v in versions)</a:t>
            </a:r>
          </a:p>
          <a:p>
            <a:r>
              <a:rPr lang="de-AT" sz="1600" dirty="0" smtClean="0">
                <a:solidFill>
                  <a:schemeClr val="tx1"/>
                </a:solidFill>
              </a:rPr>
              <a:t>		</a:t>
            </a:r>
            <a:r>
              <a:rPr lang="de-AT" sz="1600" dirty="0" smtClean="0">
                <a:solidFill>
                  <a:schemeClr val="tx1"/>
                </a:solidFill>
              </a:rPr>
              <a:t>{</a:t>
            </a:r>
          </a:p>
          <a:p>
            <a:r>
              <a:rPr lang="de-AT" sz="1600" dirty="0" smtClean="0">
                <a:solidFill>
                  <a:schemeClr val="tx1"/>
                </a:solidFill>
              </a:rPr>
              <a:t>	</a:t>
            </a:r>
            <a:r>
              <a:rPr lang="de-AT" sz="1600" dirty="0" smtClean="0">
                <a:solidFill>
                  <a:schemeClr val="tx1"/>
                </a:solidFill>
              </a:rPr>
              <a:t>		</a:t>
            </a:r>
            <a:r>
              <a:rPr lang="de-AT" sz="1600" dirty="0" smtClean="0">
                <a:solidFill>
                  <a:schemeClr val="tx1"/>
                </a:solidFill>
              </a:rPr>
              <a:t>Debug.WriteLine</a:t>
            </a:r>
            <a:r>
              <a:rPr lang="de-AT" sz="1600" dirty="0" smtClean="0">
                <a:solidFill>
                  <a:schemeClr val="tx1"/>
                </a:solidFill>
              </a:rPr>
              <a:t>("Version: " + </a:t>
            </a:r>
            <a:r>
              <a:rPr lang="de-AT" sz="1600" dirty="0" smtClean="0">
                <a:solidFill>
                  <a:schemeClr val="tx1"/>
                </a:solidFill>
              </a:rPr>
              <a:t>				v.VersionLabel);</a:t>
            </a:r>
          </a:p>
          <a:p>
            <a:r>
              <a:rPr lang="de-AT" sz="1600" dirty="0" smtClean="0">
                <a:solidFill>
                  <a:schemeClr val="tx1"/>
                </a:solidFill>
              </a:rPr>
              <a:t>	</a:t>
            </a:r>
            <a:r>
              <a:rPr lang="de-AT" sz="1600" dirty="0" smtClean="0">
                <a:solidFill>
                  <a:schemeClr val="tx1"/>
                </a:solidFill>
              </a:rPr>
              <a:t>	</a:t>
            </a:r>
            <a:r>
              <a:rPr lang="de-AT" sz="1600" dirty="0" smtClean="0">
                <a:solidFill>
                  <a:schemeClr val="tx1"/>
                </a:solidFill>
              </a:rPr>
              <a:t>}</a:t>
            </a:r>
            <a:endParaRPr lang="de-AT" sz="1600" dirty="0" smtClean="0">
              <a:solidFill>
                <a:schemeClr val="tx1"/>
              </a:solidFill>
            </a:endParaRPr>
          </a:p>
          <a:p>
            <a:r>
              <a:rPr lang="de-AT" sz="1600" dirty="0" smtClean="0">
                <a:solidFill>
                  <a:schemeClr val="tx1"/>
                </a:solidFill>
              </a:rPr>
              <a:t>	}</a:t>
            </a:r>
          </a:p>
          <a:p>
            <a:r>
              <a:rPr lang="de-AT" sz="1600" dirty="0" smtClean="0">
                <a:solidFill>
                  <a:schemeClr val="tx1"/>
                </a:solidFill>
              </a:rPr>
              <a:t>}</a:t>
            </a:r>
            <a:endParaRPr lang="de-AT" sz="1600" dirty="0">
              <a:solidFill>
                <a:schemeClr val="tx1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Placeholder 4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de-AT" dirty="0" smtClean="0"/>
              <a:t>Exporting files from document libraries</a:t>
            </a:r>
          </a:p>
          <a:p>
            <a:r>
              <a:rPr lang="de-AT" dirty="0" smtClean="0"/>
              <a:t>Accessing File Versions</a:t>
            </a:r>
            <a:endParaRPr lang="de-AT" dirty="0"/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AT" dirty="0" smtClean="0"/>
              <a:t>Demo</a:t>
            </a:r>
            <a:endParaRPr lang="de-AT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Placeholder 4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e-AT"/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de-AT" dirty="0" smtClean="0"/>
              <a:t>Managing Content Types</a:t>
            </a:r>
            <a:endParaRPr lang="de-AT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AT" dirty="0" smtClean="0"/>
              <a:t>Content Type Basics</a:t>
            </a:r>
            <a:endParaRPr lang="de-AT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>
            <a:normAutofit fontScale="92500" lnSpcReduction="10000"/>
          </a:bodyPr>
          <a:lstStyle/>
          <a:p>
            <a:pPr>
              <a:lnSpc>
                <a:spcPct val="150000"/>
              </a:lnSpc>
            </a:pPr>
            <a:r>
              <a:rPr lang="de-AT" dirty="0" smtClean="0"/>
              <a:t>Content Types are implemented using the SPContentType Class</a:t>
            </a:r>
          </a:p>
          <a:p>
            <a:pPr>
              <a:lnSpc>
                <a:spcPct val="150000"/>
              </a:lnSpc>
            </a:pPr>
            <a:r>
              <a:rPr lang="de-AT" dirty="0" smtClean="0"/>
              <a:t>The fields of a Content Type are representent by the SPField Class and are linked using SPFieldLink</a:t>
            </a:r>
          </a:p>
          <a:p>
            <a:pPr>
              <a:lnSpc>
                <a:spcPct val="150000"/>
              </a:lnSpc>
            </a:pPr>
            <a:r>
              <a:rPr lang="de-AT" dirty="0" smtClean="0"/>
              <a:t>Content Types can be created using the Object Model or VSeWSS</a:t>
            </a:r>
            <a:endParaRPr lang="de-AT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AT" dirty="0" smtClean="0"/>
              <a:t>Adding a new Site Column</a:t>
            </a:r>
            <a:endParaRPr lang="de-AT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endParaRPr lang="de-AT"/>
          </a:p>
        </p:txBody>
      </p:sp>
      <p:sp>
        <p:nvSpPr>
          <p:cNvPr id="4" name="Rounded Rectangle 3"/>
          <p:cNvSpPr/>
          <p:nvPr/>
        </p:nvSpPr>
        <p:spPr>
          <a:xfrm>
            <a:off x="642910" y="2071678"/>
            <a:ext cx="8072494" cy="3857652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de-AT" dirty="0" smtClean="0">
              <a:solidFill>
                <a:schemeClr val="tx1"/>
              </a:solidFill>
            </a:endParaRPr>
          </a:p>
          <a:p>
            <a:r>
              <a:rPr lang="de-AT" dirty="0" smtClean="0">
                <a:solidFill>
                  <a:schemeClr val="tx1"/>
                </a:solidFill>
              </a:rPr>
              <a:t>// create a choice called topic – name is the return value</a:t>
            </a:r>
          </a:p>
          <a:p>
            <a:r>
              <a:rPr lang="de-AT" dirty="0" smtClean="0">
                <a:solidFill>
                  <a:schemeClr val="tx1"/>
                </a:solidFill>
              </a:rPr>
              <a:t>string fld = Web.Fields.Add("Topic", SPFieldType.Choice, true);</a:t>
            </a:r>
          </a:p>
          <a:p>
            <a:endParaRPr lang="de-AT" dirty="0" smtClean="0">
              <a:solidFill>
                <a:schemeClr val="tx1"/>
              </a:solidFill>
            </a:endParaRPr>
          </a:p>
          <a:p>
            <a:r>
              <a:rPr lang="de-AT" dirty="0" smtClean="0">
                <a:solidFill>
                  <a:schemeClr val="tx1"/>
                </a:solidFill>
              </a:rPr>
              <a:t>// populate the choice field with values </a:t>
            </a:r>
          </a:p>
          <a:p>
            <a:r>
              <a:rPr lang="de-AT" dirty="0" smtClean="0">
                <a:solidFill>
                  <a:schemeClr val="tx1"/>
                </a:solidFill>
              </a:rPr>
              <a:t>SPFieldChoice TopicChoices = (SPFieldChoice)Web.Fields[fld]; </a:t>
            </a:r>
          </a:p>
          <a:p>
            <a:r>
              <a:rPr lang="de-AT" dirty="0" smtClean="0">
                <a:solidFill>
                  <a:schemeClr val="tx1"/>
                </a:solidFill>
              </a:rPr>
              <a:t>TopicChoices.Choices.Add("SharePoint 2007"); </a:t>
            </a:r>
          </a:p>
          <a:p>
            <a:r>
              <a:rPr lang="de-AT" dirty="0" smtClean="0">
                <a:solidFill>
                  <a:schemeClr val="tx1"/>
                </a:solidFill>
              </a:rPr>
              <a:t>TopicChoices.Choices.Add(„SQL Server 2008"); </a:t>
            </a:r>
          </a:p>
          <a:p>
            <a:r>
              <a:rPr lang="de-AT" dirty="0" smtClean="0">
                <a:solidFill>
                  <a:schemeClr val="tx1"/>
                </a:solidFill>
              </a:rPr>
              <a:t>TopicChoices.Choices.Add("Business Intelligence"); </a:t>
            </a:r>
          </a:p>
          <a:p>
            <a:endParaRPr lang="de-AT" dirty="0" smtClean="0">
              <a:solidFill>
                <a:schemeClr val="tx1"/>
              </a:solidFill>
            </a:endParaRPr>
          </a:p>
          <a:p>
            <a:r>
              <a:rPr lang="de-AT" dirty="0" smtClean="0">
                <a:solidFill>
                  <a:schemeClr val="tx1"/>
                </a:solidFill>
              </a:rPr>
              <a:t>//set the default value</a:t>
            </a:r>
          </a:p>
          <a:p>
            <a:r>
              <a:rPr lang="de-AT" dirty="0" smtClean="0">
                <a:solidFill>
                  <a:schemeClr val="tx1"/>
                </a:solidFill>
              </a:rPr>
              <a:t>TopicChoices.DefaultValue = "SharePoint 2007"; </a:t>
            </a:r>
          </a:p>
          <a:p>
            <a:r>
              <a:rPr lang="de-AT" dirty="0" smtClean="0">
                <a:solidFill>
                  <a:schemeClr val="tx1"/>
                </a:solidFill>
              </a:rPr>
              <a:t>TopicChoices.Update();</a:t>
            </a:r>
            <a:endParaRPr lang="de-AT" dirty="0">
              <a:solidFill>
                <a:schemeClr val="tx1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de-AT" dirty="0" smtClean="0"/>
              <a:t>Create a Content Type using Code</a:t>
            </a:r>
            <a:endParaRPr lang="de-AT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endParaRPr lang="de-AT"/>
          </a:p>
        </p:txBody>
      </p:sp>
      <p:sp>
        <p:nvSpPr>
          <p:cNvPr id="4" name="Rounded Rectangle 3"/>
          <p:cNvSpPr/>
          <p:nvPr/>
        </p:nvSpPr>
        <p:spPr>
          <a:xfrm>
            <a:off x="642910" y="1785926"/>
            <a:ext cx="8072494" cy="3857652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de-AT" dirty="0" smtClean="0">
                <a:solidFill>
                  <a:schemeClr val="tx1"/>
                </a:solidFill>
              </a:rPr>
              <a:t> // Create new content type </a:t>
            </a:r>
          </a:p>
          <a:p>
            <a:r>
              <a:rPr lang="de-AT" dirty="0" smtClean="0">
                <a:solidFill>
                  <a:schemeClr val="tx1"/>
                </a:solidFill>
              </a:rPr>
              <a:t>SPContentType baseCT = Web.AvailableContentTypes["Document"]; </a:t>
            </a:r>
          </a:p>
          <a:p>
            <a:r>
              <a:rPr lang="de-AT" dirty="0" smtClean="0">
                <a:solidFill>
                  <a:schemeClr val="tx1"/>
                </a:solidFill>
              </a:rPr>
              <a:t>SPContentType newCT = </a:t>
            </a:r>
          </a:p>
          <a:p>
            <a:r>
              <a:rPr lang="de-AT" dirty="0" smtClean="0">
                <a:solidFill>
                  <a:schemeClr val="tx1"/>
                </a:solidFill>
              </a:rPr>
              <a:t>	new SPContentType(baseCT, Web.ContentTypes, "KB File"); </a:t>
            </a:r>
          </a:p>
          <a:p>
            <a:r>
              <a:rPr lang="de-AT" dirty="0" smtClean="0">
                <a:solidFill>
                  <a:schemeClr val="tx1"/>
                </a:solidFill>
              </a:rPr>
              <a:t>Web.ContentTypes.Add(newCT); </a:t>
            </a:r>
          </a:p>
          <a:p>
            <a:r>
              <a:rPr lang="de-AT" dirty="0" smtClean="0">
                <a:solidFill>
                  <a:schemeClr val="tx1"/>
                </a:solidFill>
              </a:rPr>
              <a:t>            </a:t>
            </a:r>
          </a:p>
          <a:p>
            <a:r>
              <a:rPr lang="de-AT" dirty="0" smtClean="0">
                <a:solidFill>
                  <a:schemeClr val="tx1"/>
                </a:solidFill>
              </a:rPr>
              <a:t>// Add FieldLink to content type </a:t>
            </a:r>
          </a:p>
          <a:p>
            <a:r>
              <a:rPr lang="de-AT" dirty="0" smtClean="0">
                <a:solidFill>
                  <a:schemeClr val="tx1"/>
                </a:solidFill>
              </a:rPr>
              <a:t>SPField fld = web.AvailableFields["Topic"]; </a:t>
            </a:r>
          </a:p>
          <a:p>
            <a:r>
              <a:rPr lang="de-AT" dirty="0" smtClean="0">
                <a:solidFill>
                  <a:schemeClr val="tx1"/>
                </a:solidFill>
              </a:rPr>
              <a:t>SPFieldLink fldLink = new SPFieldLink(fld); </a:t>
            </a:r>
          </a:p>
          <a:p>
            <a:r>
              <a:rPr lang="de-AT" dirty="0" smtClean="0">
                <a:solidFill>
                  <a:schemeClr val="tx1"/>
                </a:solidFill>
              </a:rPr>
              <a:t>newCT.FieldLinks.Add(fldLink); </a:t>
            </a:r>
          </a:p>
          <a:p>
            <a:r>
              <a:rPr lang="de-AT" dirty="0" smtClean="0">
                <a:solidFill>
                  <a:schemeClr val="tx1"/>
                </a:solidFill>
              </a:rPr>
              <a:t>newCT.Update(true);</a:t>
            </a:r>
            <a:endParaRPr lang="de-AT" dirty="0">
              <a:solidFill>
                <a:schemeClr val="tx1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AT" dirty="0" smtClean="0"/>
              <a:t>Bind / Unbind a CT to a list</a:t>
            </a:r>
            <a:endParaRPr lang="de-AT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endParaRPr lang="de-AT" dirty="0"/>
          </a:p>
        </p:txBody>
      </p:sp>
      <p:sp>
        <p:nvSpPr>
          <p:cNvPr id="4" name="Rounded Rectangle 3"/>
          <p:cNvSpPr/>
          <p:nvPr/>
        </p:nvSpPr>
        <p:spPr>
          <a:xfrm>
            <a:off x="642910" y="1857364"/>
            <a:ext cx="8072494" cy="1357322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de-AT" dirty="0" smtClean="0">
                <a:solidFill>
                  <a:schemeClr val="tx1"/>
                </a:solidFill>
              </a:rPr>
              <a:t>// bind a content type to a list</a:t>
            </a:r>
          </a:p>
          <a:p>
            <a:r>
              <a:rPr lang="de-AT" dirty="0" smtClean="0">
                <a:solidFill>
                  <a:schemeClr val="tx1"/>
                </a:solidFill>
              </a:rPr>
              <a:t>SPContentType CT = Web.ContentTypes[„My Contenttype“]</a:t>
            </a:r>
          </a:p>
          <a:p>
            <a:r>
              <a:rPr lang="de-AT" dirty="0" smtClean="0">
                <a:solidFill>
                  <a:schemeClr val="tx1"/>
                </a:solidFill>
              </a:rPr>
              <a:t>List.ContentTypes.Add(CT);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2910" y="3714752"/>
            <a:ext cx="8072494" cy="1143008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de-AT" dirty="0" smtClean="0">
                <a:solidFill>
                  <a:schemeClr val="tx1"/>
                </a:solidFill>
              </a:rPr>
              <a:t>// remove a content type binding from a list</a:t>
            </a:r>
          </a:p>
          <a:p>
            <a:r>
              <a:rPr lang="de-AT" dirty="0" smtClean="0">
                <a:solidFill>
                  <a:schemeClr val="tx1"/>
                </a:solidFill>
              </a:rPr>
              <a:t>SPContentType CT = Web.ContentTypes[„My Contenttype“]</a:t>
            </a:r>
          </a:p>
          <a:p>
            <a:r>
              <a:rPr lang="de-AT" dirty="0" smtClean="0">
                <a:solidFill>
                  <a:schemeClr val="tx1"/>
                </a:solidFill>
              </a:rPr>
              <a:t>List.ContentTypes.Delete(CT.Id)</a:t>
            </a:r>
            <a:endParaRPr lang="de-AT" dirty="0">
              <a:solidFill>
                <a:schemeClr val="tx1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</p:bld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Placeholder 4"/>
          <p:cNvSpPr>
            <a:spLocks noGrp="1"/>
          </p:cNvSpPr>
          <p:nvPr>
            <p:ph type="body" idx="1"/>
          </p:nvPr>
        </p:nvSpPr>
        <p:spPr/>
        <p:txBody>
          <a:bodyPr>
            <a:normAutofit lnSpcReduction="10000"/>
          </a:bodyPr>
          <a:lstStyle/>
          <a:p>
            <a:r>
              <a:rPr lang="de-AT" dirty="0" smtClean="0"/>
              <a:t>Create a Content Type using code</a:t>
            </a:r>
          </a:p>
          <a:p>
            <a:r>
              <a:rPr lang="de-AT" dirty="0" smtClean="0"/>
              <a:t>Assigning / unassigning a Content Type from a list</a:t>
            </a:r>
          </a:p>
          <a:p>
            <a:r>
              <a:rPr lang="de-AT" dirty="0" smtClean="0"/>
              <a:t>Uploading a file of a certain Content Type into a document library and</a:t>
            </a:r>
            <a:endParaRPr lang="de-AT" dirty="0"/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AT" dirty="0" smtClean="0"/>
              <a:t>Demo</a:t>
            </a:r>
            <a:endParaRPr lang="de-AT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AT" dirty="0" smtClean="0"/>
              <a:t>Managing Lookups</a:t>
            </a: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AT" dirty="0" smtClean="0"/>
              <a:t>Retrieve Lookup Values</a:t>
            </a:r>
            <a:endParaRPr lang="en-US" dirty="0"/>
          </a:p>
        </p:txBody>
      </p:sp>
      <p:sp>
        <p:nvSpPr>
          <p:cNvPr id="5" name="Content Placeholder 4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pPr>
              <a:buNone/>
            </a:pPr>
            <a:r>
              <a:rPr lang="de-AT" dirty="0" smtClean="0"/>
              <a:t>SharePoint provides two classes for accessing the values ob Lookups</a:t>
            </a:r>
          </a:p>
          <a:p>
            <a:pPr>
              <a:lnSpc>
                <a:spcPct val="150000"/>
              </a:lnSpc>
            </a:pPr>
            <a:r>
              <a:rPr lang="en-US" dirty="0" err="1" smtClean="0"/>
              <a:t>SPFieldLookupValue</a:t>
            </a:r>
            <a:r>
              <a:rPr lang="en-US" dirty="0" smtClean="0"/>
              <a:t> is used to </a:t>
            </a:r>
            <a:r>
              <a:rPr lang="en-US" dirty="0" err="1" smtClean="0"/>
              <a:t>retriev</a:t>
            </a:r>
            <a:r>
              <a:rPr lang="en-US" dirty="0" smtClean="0"/>
              <a:t> the value of a Lookup of type single value</a:t>
            </a:r>
          </a:p>
          <a:p>
            <a:pPr>
              <a:lnSpc>
                <a:spcPct val="150000"/>
              </a:lnSpc>
            </a:pPr>
            <a:r>
              <a:rPr lang="en-US" dirty="0" err="1" smtClean="0"/>
              <a:t>SPFieldLookupValueCollection</a:t>
            </a:r>
            <a:r>
              <a:rPr lang="en-US" dirty="0" smtClean="0"/>
              <a:t> is used to </a:t>
            </a:r>
            <a:r>
              <a:rPr lang="en-US" dirty="0" err="1" smtClean="0"/>
              <a:t>retriev</a:t>
            </a:r>
            <a:r>
              <a:rPr lang="en-US" dirty="0" smtClean="0"/>
              <a:t> the value of a Lookup of type </a:t>
            </a:r>
            <a:r>
              <a:rPr lang="en-US" dirty="0" err="1" smtClean="0"/>
              <a:t>multible</a:t>
            </a:r>
            <a:r>
              <a:rPr lang="en-US" dirty="0" smtClean="0"/>
              <a:t> value</a:t>
            </a: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AT" dirty="0" smtClean="0"/>
              <a:t>Retrieve Lookup Values</a:t>
            </a:r>
            <a:endParaRPr lang="en-US" dirty="0"/>
          </a:p>
        </p:txBody>
      </p:sp>
      <p:sp>
        <p:nvSpPr>
          <p:cNvPr id="4" name="Rounded Rectangle 3"/>
          <p:cNvSpPr/>
          <p:nvPr/>
        </p:nvSpPr>
        <p:spPr>
          <a:xfrm>
            <a:off x="642910" y="1643050"/>
            <a:ext cx="8072494" cy="4714908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de-AT" sz="1400" dirty="0" smtClean="0">
                <a:solidFill>
                  <a:schemeClr val="tx1"/>
                </a:solidFill>
              </a:rPr>
              <a:t>...</a:t>
            </a:r>
            <a:endParaRPr lang="en-US" sz="1400" dirty="0" smtClean="0">
              <a:solidFill>
                <a:schemeClr val="tx1"/>
              </a:solidFill>
            </a:endParaRPr>
          </a:p>
          <a:p>
            <a:r>
              <a:rPr lang="en-US" sz="1400" dirty="0" err="1" smtClean="0">
                <a:solidFill>
                  <a:schemeClr val="tx1"/>
                </a:solidFill>
              </a:rPr>
              <a:t>foreach</a:t>
            </a:r>
            <a:r>
              <a:rPr lang="en-US" sz="1400" dirty="0" smtClean="0">
                <a:solidFill>
                  <a:schemeClr val="tx1"/>
                </a:solidFill>
              </a:rPr>
              <a:t> (</a:t>
            </a:r>
            <a:r>
              <a:rPr lang="en-US" sz="1400" dirty="0" err="1" smtClean="0">
                <a:solidFill>
                  <a:schemeClr val="tx1"/>
                </a:solidFill>
              </a:rPr>
              <a:t>SPListItem</a:t>
            </a:r>
            <a:r>
              <a:rPr lang="en-US" sz="1400" dirty="0" smtClean="0">
                <a:solidFill>
                  <a:schemeClr val="tx1"/>
                </a:solidFill>
              </a:rPr>
              <a:t> item in </a:t>
            </a:r>
            <a:r>
              <a:rPr lang="en-US" sz="1400" dirty="0" err="1" smtClean="0">
                <a:solidFill>
                  <a:schemeClr val="tx1"/>
                </a:solidFill>
              </a:rPr>
              <a:t>list.Items</a:t>
            </a:r>
            <a:r>
              <a:rPr lang="en-US" sz="1400" dirty="0" smtClean="0">
                <a:solidFill>
                  <a:schemeClr val="tx1"/>
                </a:solidFill>
              </a:rPr>
              <a:t>)</a:t>
            </a:r>
          </a:p>
          <a:p>
            <a:r>
              <a:rPr lang="en-US" sz="1400" dirty="0" smtClean="0">
                <a:solidFill>
                  <a:schemeClr val="tx1"/>
                </a:solidFill>
              </a:rPr>
              <a:t> {</a:t>
            </a:r>
          </a:p>
          <a:p>
            <a:r>
              <a:rPr lang="en-US" sz="1400" dirty="0" smtClean="0">
                <a:solidFill>
                  <a:schemeClr val="tx1"/>
                </a:solidFill>
              </a:rPr>
              <a:t>	</a:t>
            </a:r>
            <a:r>
              <a:rPr lang="en-US" sz="1400" dirty="0" err="1" smtClean="0">
                <a:solidFill>
                  <a:schemeClr val="tx1"/>
                </a:solidFill>
              </a:rPr>
              <a:t>SPFieldLookupValue</a:t>
            </a:r>
            <a:r>
              <a:rPr lang="en-US" sz="1400" dirty="0" smtClean="0">
                <a:solidFill>
                  <a:schemeClr val="tx1"/>
                </a:solidFill>
              </a:rPr>
              <a:t> job = new </a:t>
            </a:r>
            <a:r>
              <a:rPr lang="en-US" sz="1400" dirty="0" err="1" smtClean="0">
                <a:solidFill>
                  <a:schemeClr val="tx1"/>
                </a:solidFill>
              </a:rPr>
              <a:t>SPFieldLookupValue</a:t>
            </a:r>
            <a:r>
              <a:rPr lang="en-US" sz="1400" dirty="0" smtClean="0">
                <a:solidFill>
                  <a:schemeClr val="tx1"/>
                </a:solidFill>
              </a:rPr>
              <a:t>(item["Job"].</a:t>
            </a:r>
            <a:r>
              <a:rPr lang="en-US" sz="1400" dirty="0" err="1" smtClean="0">
                <a:solidFill>
                  <a:schemeClr val="tx1"/>
                </a:solidFill>
              </a:rPr>
              <a:t>ToString</a:t>
            </a:r>
            <a:r>
              <a:rPr lang="en-US" sz="1400" dirty="0" smtClean="0">
                <a:solidFill>
                  <a:schemeClr val="tx1"/>
                </a:solidFill>
              </a:rPr>
              <a:t>());</a:t>
            </a:r>
          </a:p>
          <a:p>
            <a:r>
              <a:rPr lang="en-US" sz="1400" dirty="0" smtClean="0">
                <a:solidFill>
                  <a:schemeClr val="tx1"/>
                </a:solidFill>
              </a:rPr>
              <a:t>	string skills = </a:t>
            </a:r>
            <a:r>
              <a:rPr lang="en-US" sz="1400" dirty="0" err="1" smtClean="0">
                <a:solidFill>
                  <a:schemeClr val="tx1"/>
                </a:solidFill>
              </a:rPr>
              <a:t>GetSkills</a:t>
            </a:r>
            <a:r>
              <a:rPr lang="en-US" sz="1400" dirty="0" smtClean="0">
                <a:solidFill>
                  <a:schemeClr val="tx1"/>
                </a:solidFill>
              </a:rPr>
              <a:t>(item);</a:t>
            </a:r>
          </a:p>
          <a:p>
            <a:r>
              <a:rPr lang="en-US" sz="1400" dirty="0" smtClean="0">
                <a:solidFill>
                  <a:schemeClr val="tx1"/>
                </a:solidFill>
              </a:rPr>
              <a:t>	</a:t>
            </a:r>
            <a:r>
              <a:rPr lang="en-US" sz="1400" smtClean="0">
                <a:solidFill>
                  <a:schemeClr val="tx1"/>
                </a:solidFill>
              </a:rPr>
              <a:t>Debug.WriteLine</a:t>
            </a:r>
            <a:r>
              <a:rPr lang="en-US" sz="1400" dirty="0" smtClean="0">
                <a:solidFill>
                  <a:schemeClr val="tx1"/>
                </a:solidFill>
              </a:rPr>
              <a:t>("{0} works as a {1} with skills 	{2}",item["Title"],</a:t>
            </a:r>
            <a:r>
              <a:rPr lang="en-US" sz="1400" dirty="0" err="1" smtClean="0">
                <a:solidFill>
                  <a:schemeClr val="tx1"/>
                </a:solidFill>
              </a:rPr>
              <a:t>job.LookupValue,skills</a:t>
            </a:r>
            <a:r>
              <a:rPr lang="en-US" sz="1400" dirty="0" smtClean="0">
                <a:solidFill>
                  <a:schemeClr val="tx1"/>
                </a:solidFill>
              </a:rPr>
              <a:t>); </a:t>
            </a:r>
          </a:p>
          <a:p>
            <a:r>
              <a:rPr lang="en-US" sz="1400" dirty="0" smtClean="0">
                <a:solidFill>
                  <a:schemeClr val="tx1"/>
                </a:solidFill>
              </a:rPr>
              <a:t>}</a:t>
            </a:r>
          </a:p>
          <a:p>
            <a:endParaRPr lang="en-US" sz="1400" dirty="0" smtClean="0">
              <a:solidFill>
                <a:schemeClr val="tx1"/>
              </a:solidFill>
            </a:endParaRPr>
          </a:p>
          <a:p>
            <a:r>
              <a:rPr lang="en-US" sz="1400" dirty="0" smtClean="0">
                <a:solidFill>
                  <a:schemeClr val="tx1"/>
                </a:solidFill>
              </a:rPr>
              <a:t>string </a:t>
            </a:r>
            <a:r>
              <a:rPr lang="en-US" sz="1400" dirty="0" err="1" smtClean="0">
                <a:solidFill>
                  <a:schemeClr val="tx1"/>
                </a:solidFill>
              </a:rPr>
              <a:t>GetSkills</a:t>
            </a:r>
            <a:r>
              <a:rPr lang="en-US" sz="1400" dirty="0" smtClean="0">
                <a:solidFill>
                  <a:schemeClr val="tx1"/>
                </a:solidFill>
              </a:rPr>
              <a:t>(</a:t>
            </a:r>
            <a:r>
              <a:rPr lang="en-US" sz="1400" dirty="0" err="1" smtClean="0">
                <a:solidFill>
                  <a:schemeClr val="tx1"/>
                </a:solidFill>
              </a:rPr>
              <a:t>SPListItem</a:t>
            </a:r>
            <a:r>
              <a:rPr lang="en-US" sz="1400" dirty="0" smtClean="0">
                <a:solidFill>
                  <a:schemeClr val="tx1"/>
                </a:solidFill>
              </a:rPr>
              <a:t> Item)</a:t>
            </a:r>
          </a:p>
          <a:p>
            <a:r>
              <a:rPr lang="en-US" sz="1400" dirty="0" smtClean="0">
                <a:solidFill>
                  <a:schemeClr val="tx1"/>
                </a:solidFill>
              </a:rPr>
              <a:t> {</a:t>
            </a:r>
          </a:p>
          <a:p>
            <a:r>
              <a:rPr lang="en-US" sz="1400" dirty="0" smtClean="0">
                <a:solidFill>
                  <a:schemeClr val="tx1"/>
                </a:solidFill>
              </a:rPr>
              <a:t>	string result = </a:t>
            </a:r>
            <a:r>
              <a:rPr lang="en-US" sz="1400" dirty="0" err="1" smtClean="0">
                <a:solidFill>
                  <a:schemeClr val="tx1"/>
                </a:solidFill>
              </a:rPr>
              <a:t>string.Empty</a:t>
            </a:r>
            <a:r>
              <a:rPr lang="en-US" sz="1400" dirty="0" smtClean="0">
                <a:solidFill>
                  <a:schemeClr val="tx1"/>
                </a:solidFill>
              </a:rPr>
              <a:t>;</a:t>
            </a:r>
          </a:p>
          <a:p>
            <a:r>
              <a:rPr lang="en-US" sz="1400" dirty="0" smtClean="0">
                <a:solidFill>
                  <a:schemeClr val="tx1"/>
                </a:solidFill>
              </a:rPr>
              <a:t>	</a:t>
            </a:r>
            <a:r>
              <a:rPr lang="en-US" sz="1400" dirty="0" err="1" smtClean="0">
                <a:solidFill>
                  <a:schemeClr val="tx1"/>
                </a:solidFill>
              </a:rPr>
              <a:t>SPFieldLookupValueCollection</a:t>
            </a:r>
            <a:r>
              <a:rPr lang="en-US" sz="1400" dirty="0" smtClean="0">
                <a:solidFill>
                  <a:schemeClr val="tx1"/>
                </a:solidFill>
              </a:rPr>
              <a:t> skills = new 				</a:t>
            </a:r>
            <a:r>
              <a:rPr lang="en-US" sz="1400" dirty="0" err="1" smtClean="0">
                <a:solidFill>
                  <a:schemeClr val="tx1"/>
                </a:solidFill>
              </a:rPr>
              <a:t>SPFieldLookupValueCollection</a:t>
            </a:r>
            <a:r>
              <a:rPr lang="en-US" sz="1400" dirty="0" smtClean="0">
                <a:solidFill>
                  <a:schemeClr val="tx1"/>
                </a:solidFill>
              </a:rPr>
              <a:t>(Item["Skills"].</a:t>
            </a:r>
            <a:r>
              <a:rPr lang="en-US" sz="1400" dirty="0" err="1" smtClean="0">
                <a:solidFill>
                  <a:schemeClr val="tx1"/>
                </a:solidFill>
              </a:rPr>
              <a:t>ToString</a:t>
            </a:r>
            <a:r>
              <a:rPr lang="en-US" sz="1400" dirty="0" smtClean="0">
                <a:solidFill>
                  <a:schemeClr val="tx1"/>
                </a:solidFill>
              </a:rPr>
              <a:t>());</a:t>
            </a:r>
          </a:p>
          <a:p>
            <a:r>
              <a:rPr lang="en-US" sz="1400" dirty="0" smtClean="0">
                <a:solidFill>
                  <a:schemeClr val="tx1"/>
                </a:solidFill>
              </a:rPr>
              <a:t>	for (</a:t>
            </a:r>
            <a:r>
              <a:rPr lang="en-US" sz="1400" dirty="0" err="1" smtClean="0">
                <a:solidFill>
                  <a:schemeClr val="tx1"/>
                </a:solidFill>
              </a:rPr>
              <a:t>int</a:t>
            </a:r>
            <a:r>
              <a:rPr lang="en-US" sz="1400" dirty="0" smtClean="0">
                <a:solidFill>
                  <a:schemeClr val="tx1"/>
                </a:solidFill>
              </a:rPr>
              <a:t> </a:t>
            </a:r>
            <a:r>
              <a:rPr lang="en-US" sz="1400" dirty="0" err="1" smtClean="0">
                <a:solidFill>
                  <a:schemeClr val="tx1"/>
                </a:solidFill>
              </a:rPr>
              <a:t>i</a:t>
            </a:r>
            <a:r>
              <a:rPr lang="en-US" sz="1400" dirty="0" smtClean="0">
                <a:solidFill>
                  <a:schemeClr val="tx1"/>
                </a:solidFill>
              </a:rPr>
              <a:t> = 0; </a:t>
            </a:r>
            <a:r>
              <a:rPr lang="en-US" sz="1400" dirty="0" err="1" smtClean="0">
                <a:solidFill>
                  <a:schemeClr val="tx1"/>
                </a:solidFill>
              </a:rPr>
              <a:t>i</a:t>
            </a:r>
            <a:r>
              <a:rPr lang="en-US" sz="1400" dirty="0" smtClean="0">
                <a:solidFill>
                  <a:schemeClr val="tx1"/>
                </a:solidFill>
              </a:rPr>
              <a:t> &lt; </a:t>
            </a:r>
            <a:r>
              <a:rPr lang="en-US" sz="1400" dirty="0" err="1" smtClean="0">
                <a:solidFill>
                  <a:schemeClr val="tx1"/>
                </a:solidFill>
              </a:rPr>
              <a:t>skills.Count</a:t>
            </a:r>
            <a:r>
              <a:rPr lang="en-US" sz="1400" dirty="0" smtClean="0">
                <a:solidFill>
                  <a:schemeClr val="tx1"/>
                </a:solidFill>
              </a:rPr>
              <a:t>; </a:t>
            </a:r>
            <a:r>
              <a:rPr lang="en-US" sz="1400" dirty="0" err="1" smtClean="0">
                <a:solidFill>
                  <a:schemeClr val="tx1"/>
                </a:solidFill>
              </a:rPr>
              <a:t>i</a:t>
            </a:r>
            <a:r>
              <a:rPr lang="en-US" sz="1400" dirty="0" smtClean="0">
                <a:solidFill>
                  <a:schemeClr val="tx1"/>
                </a:solidFill>
              </a:rPr>
              <a:t>++)</a:t>
            </a:r>
          </a:p>
          <a:p>
            <a:r>
              <a:rPr lang="en-US" sz="1400" dirty="0" smtClean="0">
                <a:solidFill>
                  <a:schemeClr val="tx1"/>
                </a:solidFill>
              </a:rPr>
              <a:t>	{</a:t>
            </a:r>
          </a:p>
          <a:p>
            <a:r>
              <a:rPr lang="en-US" sz="1400" dirty="0" smtClean="0">
                <a:solidFill>
                  <a:schemeClr val="tx1"/>
                </a:solidFill>
              </a:rPr>
              <a:t>	</a:t>
            </a:r>
            <a:r>
              <a:rPr lang="en-US" sz="1400" dirty="0" err="1" smtClean="0">
                <a:solidFill>
                  <a:schemeClr val="tx1"/>
                </a:solidFill>
              </a:rPr>
              <a:t>SPFieldLookupValue</a:t>
            </a:r>
            <a:r>
              <a:rPr lang="en-US" sz="1400" dirty="0" smtClean="0">
                <a:solidFill>
                  <a:schemeClr val="tx1"/>
                </a:solidFill>
              </a:rPr>
              <a:t> skill = skills[</a:t>
            </a:r>
            <a:r>
              <a:rPr lang="en-US" sz="1400" dirty="0" err="1" smtClean="0">
                <a:solidFill>
                  <a:schemeClr val="tx1"/>
                </a:solidFill>
              </a:rPr>
              <a:t>i</a:t>
            </a:r>
            <a:r>
              <a:rPr lang="en-US" sz="1400" dirty="0" smtClean="0">
                <a:solidFill>
                  <a:schemeClr val="tx1"/>
                </a:solidFill>
              </a:rPr>
              <a:t>];</a:t>
            </a:r>
          </a:p>
          <a:p>
            <a:r>
              <a:rPr lang="en-US" sz="1400" dirty="0" smtClean="0">
                <a:solidFill>
                  <a:schemeClr val="tx1"/>
                </a:solidFill>
              </a:rPr>
              <a:t>	result += </a:t>
            </a:r>
            <a:r>
              <a:rPr lang="en-US" sz="1400" dirty="0" err="1" smtClean="0">
                <a:solidFill>
                  <a:schemeClr val="tx1"/>
                </a:solidFill>
              </a:rPr>
              <a:t>skill.LookupValue</a:t>
            </a:r>
            <a:r>
              <a:rPr lang="en-US" sz="1400" dirty="0" smtClean="0">
                <a:solidFill>
                  <a:schemeClr val="tx1"/>
                </a:solidFill>
              </a:rPr>
              <a:t> + ";";</a:t>
            </a:r>
          </a:p>
          <a:p>
            <a:r>
              <a:rPr lang="en-US" sz="1400" dirty="0" smtClean="0">
                <a:solidFill>
                  <a:schemeClr val="tx1"/>
                </a:solidFill>
              </a:rPr>
              <a:t>	}</a:t>
            </a:r>
          </a:p>
          <a:p>
            <a:r>
              <a:rPr lang="en-US" sz="1400" dirty="0" smtClean="0">
                <a:solidFill>
                  <a:schemeClr val="tx1"/>
                </a:solidFill>
              </a:rPr>
              <a:t>	return result;</a:t>
            </a:r>
          </a:p>
          <a:p>
            <a:r>
              <a:rPr lang="en-US" sz="1400" dirty="0" smtClean="0">
                <a:solidFill>
                  <a:schemeClr val="tx1"/>
                </a:solidFill>
              </a:rPr>
              <a:t>}</a:t>
            </a:r>
            <a:endParaRPr lang="en-US" sz="1400" dirty="0">
              <a:solidFill>
                <a:schemeClr val="tx1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Placeholder 4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e-AT" dirty="0"/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AT" dirty="0" smtClean="0"/>
              <a:t>Using Enterprise Search</a:t>
            </a:r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AT" dirty="0" smtClean="0"/>
              <a:t>Types of Content Sources</a:t>
            </a:r>
            <a:endParaRPr lang="de-AT" dirty="0"/>
          </a:p>
        </p:txBody>
      </p:sp>
      <p:graphicFrame>
        <p:nvGraphicFramePr>
          <p:cNvPr id="4" name="Content Placeholder 3"/>
          <p:cNvGraphicFramePr>
            <a:graphicFrameLocks noGrp="1"/>
          </p:cNvGraphicFramePr>
          <p:nvPr>
            <p:ph sz="quarter" idx="1"/>
          </p:nvPr>
        </p:nvGraphicFramePr>
        <p:xfrm>
          <a:off x="612775" y="1600200"/>
          <a:ext cx="8153400" cy="44958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de-AT" sz="3600" dirty="0" smtClean="0"/>
              <a:t>Common Classes used with Search</a:t>
            </a:r>
            <a:endParaRPr lang="de-AT" sz="3600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>
            <a:normAutofit/>
          </a:bodyPr>
          <a:lstStyle/>
          <a:p>
            <a:pPr>
              <a:buNone/>
            </a:pPr>
            <a:r>
              <a:rPr lang="de-AT" sz="2400" dirty="0" smtClean="0"/>
              <a:t>Classes are defined in the Namespaces</a:t>
            </a:r>
          </a:p>
          <a:p>
            <a:r>
              <a:rPr lang="de-AT" sz="2400" dirty="0" smtClean="0"/>
              <a:t>Microsoft.Office.Server </a:t>
            </a:r>
          </a:p>
          <a:p>
            <a:r>
              <a:rPr lang="de-AT" sz="2400" dirty="0" smtClean="0"/>
              <a:t>Microsoft.Office.Server.Search.Administration</a:t>
            </a:r>
            <a:endParaRPr lang="de-AT" sz="2400" dirty="0"/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785786" y="3000372"/>
          <a:ext cx="7643866" cy="31089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418584"/>
                <a:gridCol w="5225282"/>
              </a:tblGrid>
              <a:tr h="264642">
                <a:tc>
                  <a:txBody>
                    <a:bodyPr/>
                    <a:lstStyle/>
                    <a:p>
                      <a:r>
                        <a:rPr lang="de-AT" dirty="0" smtClean="0"/>
                        <a:t>Class</a:t>
                      </a:r>
                      <a:endParaRPr lang="de-AT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AT" dirty="0" smtClean="0"/>
                        <a:t>Description</a:t>
                      </a:r>
                      <a:endParaRPr lang="de-AT" dirty="0"/>
                    </a:p>
                  </a:txBody>
                  <a:tcPr/>
                </a:tc>
              </a:tr>
              <a:tr h="327360">
                <a:tc>
                  <a:txBody>
                    <a:bodyPr/>
                    <a:lstStyle/>
                    <a:p>
                      <a:r>
                        <a:rPr lang="de-AT" dirty="0" smtClean="0"/>
                        <a:t>ServerContext</a:t>
                      </a:r>
                      <a:endParaRPr lang="de-AT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AT" dirty="0" smtClean="0"/>
                        <a:t>Sets the Context to the site collection</a:t>
                      </a:r>
                      <a:endParaRPr lang="de-AT" dirty="0"/>
                    </a:p>
                  </a:txBody>
                  <a:tcPr/>
                </a:tc>
              </a:tr>
              <a:tr h="327360">
                <a:tc>
                  <a:txBody>
                    <a:bodyPr/>
                    <a:lstStyle/>
                    <a:p>
                      <a:r>
                        <a:rPr lang="de-AT" dirty="0" smtClean="0"/>
                        <a:t>SearchContex</a:t>
                      </a:r>
                      <a:endParaRPr lang="de-AT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Represents the search service instance for a SSP</a:t>
                      </a:r>
                      <a:endParaRPr lang="de-AT" dirty="0"/>
                    </a:p>
                  </a:txBody>
                  <a:tcPr/>
                </a:tc>
              </a:tr>
              <a:tr h="463124">
                <a:tc>
                  <a:txBody>
                    <a:bodyPr/>
                    <a:lstStyle/>
                    <a:p>
                      <a:r>
                        <a:rPr lang="de-AT" dirty="0" smtClean="0"/>
                        <a:t>Content</a:t>
                      </a:r>
                      <a:endParaRPr lang="de-AT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Represents the top-level object for administration of the content sources for a SSP</a:t>
                      </a:r>
                      <a:endParaRPr lang="de-AT" dirty="0"/>
                    </a:p>
                  </a:txBody>
                  <a:tcPr/>
                </a:tc>
              </a:tr>
              <a:tr h="463124">
                <a:tc>
                  <a:txBody>
                    <a:bodyPr/>
                    <a:lstStyle/>
                    <a:p>
                      <a:r>
                        <a:rPr lang="de-AT" dirty="0" smtClean="0"/>
                        <a:t>ContentSource</a:t>
                      </a:r>
                      <a:endParaRPr lang="de-AT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Provides the base class for all Enterprise Search content sources</a:t>
                      </a:r>
                      <a:endParaRPr lang="de-AT" dirty="0"/>
                    </a:p>
                  </a:txBody>
                  <a:tcPr/>
                </a:tc>
              </a:tr>
              <a:tr h="327360">
                <a:tc>
                  <a:txBody>
                    <a:bodyPr/>
                    <a:lstStyle/>
                    <a:p>
                      <a:r>
                        <a:rPr lang="de-AT" dirty="0" smtClean="0"/>
                        <a:t>Scope</a:t>
                      </a:r>
                      <a:endParaRPr lang="de-AT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Represents a search scope in Enterprise Search</a:t>
                      </a:r>
                      <a:endParaRPr lang="de-AT" dirty="0"/>
                    </a:p>
                  </a:txBody>
                  <a:tcPr/>
                </a:tc>
              </a:tr>
              <a:tr h="327360">
                <a:tc>
                  <a:txBody>
                    <a:bodyPr/>
                    <a:lstStyle/>
                    <a:p>
                      <a:r>
                        <a:rPr lang="de-AT" dirty="0" smtClean="0"/>
                        <a:t>ScopeRule</a:t>
                      </a:r>
                      <a:endParaRPr lang="de-AT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AT" dirty="0" smtClean="0"/>
                        <a:t>Represents a rule in a scope</a:t>
                      </a:r>
                      <a:endParaRPr lang="de-AT" dirty="0"/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AT" dirty="0" smtClean="0"/>
              <a:t>Setting the Search Context</a:t>
            </a:r>
            <a:endParaRPr lang="de-AT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endParaRPr lang="de-AT" dirty="0"/>
          </a:p>
        </p:txBody>
      </p:sp>
      <p:sp>
        <p:nvSpPr>
          <p:cNvPr id="4" name="Rounded Rectangle 3"/>
          <p:cNvSpPr/>
          <p:nvPr/>
        </p:nvSpPr>
        <p:spPr>
          <a:xfrm>
            <a:off x="714348" y="2143116"/>
            <a:ext cx="7929618" cy="3214710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dirty="0" smtClean="0">
                <a:solidFill>
                  <a:schemeClr val="tx1"/>
                </a:solidFill>
              </a:rPr>
              <a:t> private static SearchContext SetSearchContext(string SiteCollection)</a:t>
            </a:r>
          </a:p>
          <a:p>
            <a:r>
              <a:rPr lang="de-AT" dirty="0" smtClean="0">
                <a:solidFill>
                  <a:schemeClr val="tx1"/>
                </a:solidFill>
              </a:rPr>
              <a:t>        {</a:t>
            </a:r>
          </a:p>
          <a:p>
            <a:r>
              <a:rPr lang="de-AT" dirty="0" smtClean="0">
                <a:solidFill>
                  <a:schemeClr val="tx1"/>
                </a:solidFill>
              </a:rPr>
              <a:t>            SPSite col = new SPSite(SiteCollection);</a:t>
            </a:r>
          </a:p>
          <a:p>
            <a:r>
              <a:rPr lang="de-AT" dirty="0" smtClean="0">
                <a:solidFill>
                  <a:schemeClr val="tx1"/>
                </a:solidFill>
              </a:rPr>
              <a:t>                        </a:t>
            </a:r>
          </a:p>
          <a:p>
            <a:r>
              <a:rPr lang="de-AT" dirty="0" smtClean="0">
                <a:solidFill>
                  <a:schemeClr val="tx1"/>
                </a:solidFill>
              </a:rPr>
              <a:t>            ServerContext ctxServer = ServerContext.GetContext(col);</a:t>
            </a:r>
          </a:p>
          <a:p>
            <a:endParaRPr lang="de-AT" dirty="0" smtClean="0">
              <a:solidFill>
                <a:schemeClr val="tx1"/>
              </a:solidFill>
            </a:endParaRPr>
          </a:p>
          <a:p>
            <a:r>
              <a:rPr lang="en-US" dirty="0" smtClean="0">
                <a:solidFill>
                  <a:schemeClr val="tx1"/>
                </a:solidFill>
              </a:rPr>
              <a:t>            // set the context to the ssp</a:t>
            </a:r>
          </a:p>
          <a:p>
            <a:r>
              <a:rPr lang="de-AT" dirty="0" smtClean="0">
                <a:solidFill>
                  <a:schemeClr val="tx1"/>
                </a:solidFill>
              </a:rPr>
              <a:t>            return SearchContext.GetContext(ctxServer);</a:t>
            </a:r>
          </a:p>
          <a:p>
            <a:r>
              <a:rPr lang="de-AT" dirty="0" smtClean="0">
                <a:solidFill>
                  <a:schemeClr val="tx1"/>
                </a:solidFill>
              </a:rPr>
              <a:t>        }</a:t>
            </a:r>
            <a:endParaRPr lang="de-AT" dirty="0">
              <a:solidFill>
                <a:schemeClr val="tx1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AT" dirty="0" smtClean="0"/>
              <a:t>Adding a ContenSource</a:t>
            </a:r>
            <a:endParaRPr lang="de-AT" dirty="0"/>
          </a:p>
        </p:txBody>
      </p:sp>
      <p:sp>
        <p:nvSpPr>
          <p:cNvPr id="4" name="Rounded Rectangle 3"/>
          <p:cNvSpPr/>
          <p:nvPr/>
        </p:nvSpPr>
        <p:spPr>
          <a:xfrm>
            <a:off x="642910" y="2071678"/>
            <a:ext cx="7858180" cy="3929090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de-AT" dirty="0" smtClean="0">
                <a:solidFill>
                  <a:schemeClr val="tx1"/>
                </a:solidFill>
              </a:rPr>
              <a:t> FileShareContentSource fs = (FileShareContentSource)ssp.ContentSources.Create</a:t>
            </a:r>
          </a:p>
          <a:p>
            <a:r>
              <a:rPr lang="de-AT" dirty="0" smtClean="0">
                <a:solidFill>
                  <a:schemeClr val="tx1"/>
                </a:solidFill>
              </a:rPr>
              <a:t>(typeof(FileShareContentSource), ContentSourceName);</a:t>
            </a:r>
          </a:p>
          <a:p>
            <a:endParaRPr lang="de-AT" dirty="0" smtClean="0">
              <a:solidFill>
                <a:schemeClr val="tx1"/>
              </a:solidFill>
            </a:endParaRPr>
          </a:p>
          <a:p>
            <a:r>
              <a:rPr lang="de-AT" dirty="0" smtClean="0">
                <a:solidFill>
                  <a:schemeClr val="tx1"/>
                </a:solidFill>
              </a:rPr>
              <a:t>fs.StartAddresses.Add(new Uri(FileShare));</a:t>
            </a:r>
          </a:p>
          <a:p>
            <a:r>
              <a:rPr lang="de-AT" dirty="0" smtClean="0">
                <a:solidFill>
                  <a:schemeClr val="tx1"/>
                </a:solidFill>
              </a:rPr>
              <a:t>fs.FollowDirectories = true;</a:t>
            </a:r>
          </a:p>
          <a:p>
            <a:endParaRPr lang="de-AT" dirty="0" smtClean="0">
              <a:solidFill>
                <a:schemeClr val="tx1"/>
              </a:solidFill>
            </a:endParaRPr>
          </a:p>
          <a:p>
            <a:r>
              <a:rPr lang="de-AT" dirty="0" smtClean="0">
                <a:solidFill>
                  <a:schemeClr val="tx1"/>
                </a:solidFill>
              </a:rPr>
              <a:t>fs.Update();</a:t>
            </a:r>
          </a:p>
          <a:p>
            <a:endParaRPr lang="de-AT" dirty="0" smtClean="0">
              <a:solidFill>
                <a:schemeClr val="tx1"/>
              </a:solidFill>
            </a:endParaRPr>
          </a:p>
          <a:p>
            <a:r>
              <a:rPr lang="de-AT" dirty="0" smtClean="0">
                <a:solidFill>
                  <a:schemeClr val="tx1"/>
                </a:solidFill>
              </a:rPr>
              <a:t>if(startCrawl)</a:t>
            </a:r>
          </a:p>
          <a:p>
            <a:r>
              <a:rPr lang="de-AT" dirty="0" smtClean="0">
                <a:solidFill>
                  <a:schemeClr val="tx1"/>
                </a:solidFill>
              </a:rPr>
              <a:t>{fs.StartFullCrawl();}</a:t>
            </a:r>
            <a:endParaRPr lang="de-AT" dirty="0">
              <a:solidFill>
                <a:schemeClr val="tx1"/>
              </a:solidFill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AT" dirty="0" smtClean="0"/>
              <a:t>Create a Search Scope</a:t>
            </a:r>
            <a:endParaRPr lang="de-AT" dirty="0"/>
          </a:p>
        </p:txBody>
      </p:sp>
      <p:sp>
        <p:nvSpPr>
          <p:cNvPr id="4" name="Rounded Rectangle 3"/>
          <p:cNvSpPr/>
          <p:nvPr/>
        </p:nvSpPr>
        <p:spPr>
          <a:xfrm>
            <a:off x="714348" y="1928802"/>
            <a:ext cx="7643866" cy="4143404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de-AT" dirty="0" smtClean="0">
                <a:solidFill>
                  <a:schemeClr val="tx1"/>
                </a:solidFill>
              </a:rPr>
              <a:t>Scopes SCScopes = GetScopesForSiteCollection(siteCollection);</a:t>
            </a:r>
          </a:p>
          <a:p>
            <a:endParaRPr lang="de-AT" dirty="0" smtClean="0">
              <a:solidFill>
                <a:schemeClr val="tx1"/>
              </a:solidFill>
            </a:endParaRPr>
          </a:p>
          <a:p>
            <a:r>
              <a:rPr lang="en-US" dirty="0" smtClean="0">
                <a:solidFill>
                  <a:schemeClr val="tx1"/>
                </a:solidFill>
              </a:rPr>
              <a:t>foreach (Scope s in SCScopes.GetSharedScopes())</a:t>
            </a:r>
          </a:p>
          <a:p>
            <a:r>
              <a:rPr lang="de-AT" dirty="0" smtClean="0">
                <a:solidFill>
                  <a:schemeClr val="tx1"/>
                </a:solidFill>
              </a:rPr>
              <a:t>            {</a:t>
            </a:r>
          </a:p>
          <a:p>
            <a:r>
              <a:rPr lang="de-AT" dirty="0" smtClean="0">
                <a:solidFill>
                  <a:schemeClr val="tx1"/>
                </a:solidFill>
              </a:rPr>
              <a:t>              Debug.WriteLine("Scope: " + s.Name);</a:t>
            </a:r>
          </a:p>
          <a:p>
            <a:r>
              <a:rPr lang="de-AT" dirty="0" smtClean="0">
                <a:solidFill>
                  <a:schemeClr val="tx1"/>
                </a:solidFill>
              </a:rPr>
              <a:t>              Debug.WriteLine("Last time compiled: " + 	s.LastCompilationTime.ToShortDateString());</a:t>
            </a:r>
          </a:p>
          <a:p>
            <a:r>
              <a:rPr lang="de-AT" dirty="0" smtClean="0">
                <a:solidFill>
                  <a:schemeClr val="tx1"/>
                </a:solidFill>
              </a:rPr>
              <a:t>            }</a:t>
            </a:r>
          </a:p>
          <a:p>
            <a:endParaRPr lang="de-AT" dirty="0" smtClean="0">
              <a:solidFill>
                <a:schemeClr val="tx1"/>
              </a:solidFill>
            </a:endParaRPr>
          </a:p>
          <a:p>
            <a:r>
              <a:rPr lang="de-AT" dirty="0" smtClean="0">
                <a:solidFill>
                  <a:schemeClr val="tx1"/>
                </a:solidFill>
              </a:rPr>
              <a:t>SCScopes.AllScopes.Create(ScopeName, ScopeDesc, null, true,</a:t>
            </a:r>
          </a:p>
          <a:p>
            <a:r>
              <a:rPr lang="de-AT" dirty="0" smtClean="0">
                <a:solidFill>
                  <a:schemeClr val="tx1"/>
                </a:solidFill>
              </a:rPr>
              <a:t>	CustSearchPage, ScopeCompilationType.AlwaysCompile);</a:t>
            </a:r>
            <a:endParaRPr lang="de-AT" dirty="0">
              <a:solidFill>
                <a:schemeClr val="tx1"/>
              </a:solidFill>
            </a:endParaRP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AT" dirty="0" smtClean="0"/>
              <a:t>Adding Rules to Scope</a:t>
            </a:r>
            <a:endParaRPr lang="de-AT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endParaRPr lang="de-AT"/>
          </a:p>
        </p:txBody>
      </p:sp>
      <p:sp>
        <p:nvSpPr>
          <p:cNvPr id="4" name="Rounded Rectangle 3"/>
          <p:cNvSpPr/>
          <p:nvPr/>
        </p:nvSpPr>
        <p:spPr>
          <a:xfrm>
            <a:off x="714348" y="1785926"/>
            <a:ext cx="7929618" cy="4286280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de-AT" dirty="0" smtClean="0">
                <a:solidFill>
                  <a:schemeClr val="tx1"/>
                </a:solidFill>
              </a:rPr>
              <a:t>Scopes SCScopes = GetScopesForSiteCollection(SiteCollection);</a:t>
            </a:r>
          </a:p>
          <a:p>
            <a:r>
              <a:rPr lang="de-AT" dirty="0" smtClean="0">
                <a:solidFill>
                  <a:schemeClr val="tx1"/>
                </a:solidFill>
              </a:rPr>
              <a:t>Scope fsc = SCScopes.GetSharedScope(ScopeName);</a:t>
            </a:r>
          </a:p>
          <a:p>
            <a:endParaRPr lang="de-AT" dirty="0" smtClean="0">
              <a:solidFill>
                <a:schemeClr val="tx1"/>
              </a:solidFill>
            </a:endParaRPr>
          </a:p>
          <a:p>
            <a:r>
              <a:rPr lang="en-US" dirty="0" smtClean="0">
                <a:solidFill>
                  <a:schemeClr val="tx1"/>
                </a:solidFill>
              </a:rPr>
              <a:t>foreach (ScopeRule r in fsc.Rules)</a:t>
            </a:r>
          </a:p>
          <a:p>
            <a:r>
              <a:rPr lang="de-AT" dirty="0" smtClean="0">
                <a:solidFill>
                  <a:schemeClr val="tx1"/>
                </a:solidFill>
              </a:rPr>
              <a:t>            {</a:t>
            </a:r>
          </a:p>
          <a:p>
            <a:r>
              <a:rPr lang="de-AT" dirty="0" smtClean="0">
                <a:solidFill>
                  <a:schemeClr val="tx1"/>
                </a:solidFill>
              </a:rPr>
              <a:t>             Debug.WriteLine("Ruletype: " + r.RuleType);</a:t>
            </a:r>
          </a:p>
          <a:p>
            <a:r>
              <a:rPr lang="de-AT" dirty="0" smtClean="0">
                <a:solidFill>
                  <a:schemeClr val="tx1"/>
                </a:solidFill>
              </a:rPr>
              <a:t>            }</a:t>
            </a:r>
          </a:p>
          <a:p>
            <a:endParaRPr lang="de-AT" dirty="0" smtClean="0">
              <a:solidFill>
                <a:schemeClr val="tx1"/>
              </a:solidFill>
            </a:endParaRPr>
          </a:p>
          <a:p>
            <a:r>
              <a:rPr lang="de-AT" dirty="0" smtClean="0">
                <a:solidFill>
                  <a:schemeClr val="tx1"/>
                </a:solidFill>
              </a:rPr>
              <a:t>fsc.Rules.CreateUrlRule(ScopeRuleFilterBehavior.Include,</a:t>
            </a:r>
          </a:p>
          <a:p>
            <a:r>
              <a:rPr lang="de-AT" dirty="0" smtClean="0">
                <a:solidFill>
                  <a:schemeClr val="tx1"/>
                </a:solidFill>
              </a:rPr>
              <a:t>	UrlScopeRuleType.Folder, FileShare);</a:t>
            </a:r>
          </a:p>
          <a:p>
            <a:endParaRPr lang="de-AT" dirty="0" smtClean="0">
              <a:solidFill>
                <a:schemeClr val="tx1"/>
              </a:solidFill>
            </a:endParaRPr>
          </a:p>
          <a:p>
            <a:r>
              <a:rPr lang="de-AT" dirty="0" smtClean="0">
                <a:solidFill>
                  <a:schemeClr val="tx1"/>
                </a:solidFill>
              </a:rPr>
              <a:t>SCScopes.StartCompilation();</a:t>
            </a:r>
            <a:endParaRPr lang="de-AT" dirty="0">
              <a:solidFill>
                <a:schemeClr val="tx1"/>
              </a:solidFill>
            </a:endParaRP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AT" dirty="0" smtClean="0"/>
              <a:t>Execute Search</a:t>
            </a:r>
            <a:endParaRPr lang="de-AT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endParaRPr lang="de-AT"/>
          </a:p>
        </p:txBody>
      </p:sp>
      <p:sp>
        <p:nvSpPr>
          <p:cNvPr id="4" name="Rounded Rectangle 3"/>
          <p:cNvSpPr/>
          <p:nvPr/>
        </p:nvSpPr>
        <p:spPr>
          <a:xfrm>
            <a:off x="642910" y="1857364"/>
            <a:ext cx="8072494" cy="4071966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dirty="0" smtClean="0">
                <a:solidFill>
                  <a:schemeClr val="tx1"/>
                </a:solidFill>
              </a:rPr>
              <a:t>string query = "Select title, url FROM Scope() where \"Scope\" = '" + ScopeName + "'"; // this is " </a:t>
            </a:r>
            <a:r>
              <a:rPr lang="en-US" smtClean="0">
                <a:solidFill>
                  <a:schemeClr val="tx1"/>
                </a:solidFill>
              </a:rPr>
              <a:t>' “</a:t>
            </a:r>
          </a:p>
          <a:p>
            <a:endParaRPr lang="de-AT" dirty="0" smtClean="0">
              <a:solidFill>
                <a:schemeClr val="tx1"/>
              </a:solidFill>
            </a:endParaRPr>
          </a:p>
          <a:p>
            <a:r>
              <a:rPr lang="de-AT" dirty="0" smtClean="0">
                <a:solidFill>
                  <a:schemeClr val="tx1"/>
                </a:solidFill>
              </a:rPr>
              <a:t>ServerContext ctx = ServerContext.GetContext("SmartSSP");</a:t>
            </a:r>
          </a:p>
          <a:p>
            <a:r>
              <a:rPr lang="de-AT" dirty="0" smtClean="0">
                <a:solidFill>
                  <a:schemeClr val="tx1"/>
                </a:solidFill>
              </a:rPr>
              <a:t>FullTextSqlQuery ftq = new FullTextSqlQuery(ctx);</a:t>
            </a:r>
          </a:p>
          <a:p>
            <a:r>
              <a:rPr lang="de-AT" dirty="0" smtClean="0">
                <a:solidFill>
                  <a:schemeClr val="tx1"/>
                </a:solidFill>
              </a:rPr>
              <a:t>ftq.ResultTypes = ResultType.RelevantResults;</a:t>
            </a:r>
          </a:p>
          <a:p>
            <a:r>
              <a:rPr lang="de-AT" dirty="0" smtClean="0">
                <a:solidFill>
                  <a:schemeClr val="tx1"/>
                </a:solidFill>
              </a:rPr>
              <a:t>ftq.EnableStemming = true;</a:t>
            </a:r>
          </a:p>
          <a:p>
            <a:r>
              <a:rPr lang="de-AT" dirty="0" smtClean="0">
                <a:solidFill>
                  <a:schemeClr val="tx1"/>
                </a:solidFill>
              </a:rPr>
              <a:t>ftq.TrimDuplicates = true;</a:t>
            </a:r>
          </a:p>
          <a:p>
            <a:r>
              <a:rPr lang="de-AT" dirty="0" smtClean="0">
                <a:solidFill>
                  <a:schemeClr val="tx1"/>
                </a:solidFill>
              </a:rPr>
              <a:t>ftq.QueryText = query;</a:t>
            </a:r>
          </a:p>
          <a:p>
            <a:endParaRPr lang="de-AT" dirty="0" smtClean="0">
              <a:solidFill>
                <a:schemeClr val="tx1"/>
              </a:solidFill>
            </a:endParaRPr>
          </a:p>
          <a:p>
            <a:r>
              <a:rPr lang="de-AT" dirty="0" smtClean="0">
                <a:solidFill>
                  <a:schemeClr val="tx1"/>
                </a:solidFill>
              </a:rPr>
              <a:t>ResultTableCollection allresults = ftq.Execute();</a:t>
            </a:r>
          </a:p>
          <a:p>
            <a:endParaRPr lang="de-AT" dirty="0" smtClean="0">
              <a:solidFill>
                <a:schemeClr val="tx1"/>
              </a:solidFill>
            </a:endParaRPr>
          </a:p>
          <a:p>
            <a:r>
              <a:rPr lang="de-AT" dirty="0" smtClean="0">
                <a:solidFill>
                  <a:schemeClr val="tx1"/>
                </a:solidFill>
              </a:rPr>
              <a:t>ResultTable relevant = allresults[ResultType.RelevantResults];</a:t>
            </a:r>
            <a:endParaRPr lang="de-AT" dirty="0">
              <a:solidFill>
                <a:schemeClr val="tx1"/>
              </a:solidFill>
            </a:endParaRP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Placeholder 4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de-AT" dirty="0" smtClean="0"/>
              <a:t>Creating a Content Source</a:t>
            </a:r>
          </a:p>
          <a:p>
            <a:r>
              <a:rPr lang="de-AT" dirty="0" smtClean="0"/>
              <a:t>Creating a Search Scope</a:t>
            </a:r>
          </a:p>
          <a:p>
            <a:r>
              <a:rPr lang="de-AT" dirty="0" smtClean="0"/>
              <a:t>Executing a Query</a:t>
            </a:r>
            <a:endParaRPr lang="de-AT" dirty="0"/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AT" dirty="0" smtClean="0"/>
              <a:t>Demo</a:t>
            </a:r>
            <a:endParaRPr lang="de-AT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Placeholder 4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e-AT"/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de-AT" dirty="0" smtClean="0"/>
              <a:t>Execute CAML Queries</a:t>
            </a:r>
            <a:endParaRPr lang="de-AT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AT" dirty="0" smtClean="0"/>
              <a:t>CAML</a:t>
            </a:r>
            <a:endParaRPr lang="de-AT" dirty="0"/>
          </a:p>
        </p:txBody>
      </p:sp>
      <p:sp>
        <p:nvSpPr>
          <p:cNvPr id="5" name="Content Placeholder 4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de-AT" dirty="0" smtClean="0"/>
              <a:t>Collaborative Application Markup Language (CAML) allows queries on lists and libraries</a:t>
            </a:r>
            <a:endParaRPr lang="de-AT" dirty="0"/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714348" y="3071810"/>
          <a:ext cx="7715304" cy="324246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14644"/>
                <a:gridCol w="5000660"/>
              </a:tblGrid>
              <a:tr h="520477">
                <a:tc>
                  <a:txBody>
                    <a:bodyPr/>
                    <a:lstStyle/>
                    <a:p>
                      <a:r>
                        <a:rPr lang="de-AT" dirty="0" smtClean="0"/>
                        <a:t>CAML Verb</a:t>
                      </a:r>
                      <a:endParaRPr lang="de-AT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AT" dirty="0" smtClean="0"/>
                        <a:t>Comparison</a:t>
                      </a:r>
                      <a:endParaRPr lang="de-AT" dirty="0"/>
                    </a:p>
                  </a:txBody>
                  <a:tcPr/>
                </a:tc>
              </a:tr>
              <a:tr h="520477">
                <a:tc>
                  <a:txBody>
                    <a:bodyPr/>
                    <a:lstStyle/>
                    <a:p>
                      <a:r>
                        <a:rPr lang="de-AT" dirty="0" smtClean="0"/>
                        <a:t>Contains</a:t>
                      </a:r>
                      <a:endParaRPr lang="de-AT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AT" dirty="0" smtClean="0"/>
                        <a:t>Contains a given text</a:t>
                      </a:r>
                      <a:endParaRPr lang="de-AT" dirty="0"/>
                    </a:p>
                  </a:txBody>
                  <a:tcPr/>
                </a:tc>
              </a:tr>
              <a:tr h="520477">
                <a:tc>
                  <a:txBody>
                    <a:bodyPr/>
                    <a:lstStyle/>
                    <a:p>
                      <a:r>
                        <a:rPr lang="de-AT" dirty="0" smtClean="0"/>
                        <a:t>Eq, Geq,</a:t>
                      </a:r>
                      <a:r>
                        <a:rPr lang="de-AT" baseline="0" dirty="0" smtClean="0"/>
                        <a:t> Gt, Leq, Lt, Neq</a:t>
                      </a:r>
                      <a:endParaRPr lang="de-AT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AT" dirty="0" smtClean="0"/>
                        <a:t>Several</a:t>
                      </a:r>
                      <a:r>
                        <a:rPr lang="de-AT" baseline="0" dirty="0" smtClean="0"/>
                        <a:t> c</a:t>
                      </a:r>
                      <a:r>
                        <a:rPr lang="de-AT" dirty="0" smtClean="0"/>
                        <a:t>omparisons</a:t>
                      </a:r>
                      <a:endParaRPr lang="de-AT" dirty="0"/>
                    </a:p>
                  </a:txBody>
                  <a:tcPr/>
                </a:tc>
              </a:tr>
              <a:tr h="520477">
                <a:tc>
                  <a:txBody>
                    <a:bodyPr/>
                    <a:lstStyle/>
                    <a:p>
                      <a:r>
                        <a:rPr lang="de-AT" dirty="0" smtClean="0"/>
                        <a:t>DateRangesOverlap</a:t>
                      </a:r>
                      <a:endParaRPr lang="de-AT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AT" dirty="0" smtClean="0"/>
                        <a:t>Date comparison</a:t>
                      </a:r>
                      <a:r>
                        <a:rPr lang="de-AT" baseline="0" dirty="0" smtClean="0"/>
                        <a:t> for recurring events</a:t>
                      </a:r>
                      <a:endParaRPr lang="de-AT" dirty="0"/>
                    </a:p>
                  </a:txBody>
                  <a:tcPr/>
                </a:tc>
              </a:tr>
              <a:tr h="520477">
                <a:tc>
                  <a:txBody>
                    <a:bodyPr/>
                    <a:lstStyle/>
                    <a:p>
                      <a:r>
                        <a:rPr lang="de-AT" dirty="0" smtClean="0"/>
                        <a:t>IsNotNull</a:t>
                      </a:r>
                      <a:endParaRPr lang="de-AT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AT" dirty="0" smtClean="0"/>
                        <a:t>Is not null</a:t>
                      </a:r>
                      <a:endParaRPr lang="de-AT" dirty="0"/>
                    </a:p>
                  </a:txBody>
                  <a:tcPr/>
                </a:tc>
              </a:tr>
              <a:tr h="520477">
                <a:tc>
                  <a:txBody>
                    <a:bodyPr/>
                    <a:lstStyle/>
                    <a:p>
                      <a:r>
                        <a:rPr lang="de-AT" dirty="0" smtClean="0"/>
                        <a:t>IsNull</a:t>
                      </a:r>
                      <a:endParaRPr lang="de-AT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AT" dirty="0" smtClean="0"/>
                        <a:t>Is null</a:t>
                      </a:r>
                      <a:endParaRPr lang="de-AT" dirty="0"/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AT" dirty="0" smtClean="0"/>
              <a:t>A simple CAML-Query</a:t>
            </a:r>
            <a:endParaRPr lang="de-AT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pPr>
              <a:buNone/>
            </a:pPr>
            <a:r>
              <a:rPr lang="de-AT" dirty="0" smtClean="0"/>
              <a:t>To simplify creating CAML Queries use one of the many CAML-Tools or extract the CAML from a View of a List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71472" y="3143248"/>
            <a:ext cx="8143932" cy="1714512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600" dirty="0" smtClean="0">
                <a:solidFill>
                  <a:schemeClr val="tx1"/>
                </a:solidFill>
              </a:rPr>
              <a:t>string </a:t>
            </a:r>
            <a:r>
              <a:rPr lang="en-US" sz="1600" dirty="0" err="1" smtClean="0">
                <a:solidFill>
                  <a:schemeClr val="tx1"/>
                </a:solidFill>
              </a:rPr>
              <a:t>camlQuery</a:t>
            </a:r>
            <a:r>
              <a:rPr lang="en-US" sz="1600" dirty="0" smtClean="0">
                <a:solidFill>
                  <a:schemeClr val="tx1"/>
                </a:solidFill>
              </a:rPr>
              <a:t> =</a:t>
            </a:r>
          </a:p>
          <a:p>
            <a:r>
              <a:rPr lang="en-US" sz="1600" dirty="0" smtClean="0">
                <a:solidFill>
                  <a:schemeClr val="tx1"/>
                </a:solidFill>
              </a:rPr>
              <a:t>                @"&lt;Where&gt;</a:t>
            </a:r>
          </a:p>
          <a:p>
            <a:r>
              <a:rPr lang="en-US" sz="1600" dirty="0" smtClean="0">
                <a:solidFill>
                  <a:schemeClr val="tx1"/>
                </a:solidFill>
              </a:rPr>
              <a:t>		&lt;</a:t>
            </a:r>
            <a:r>
              <a:rPr lang="en-US" sz="1600" dirty="0" err="1" smtClean="0">
                <a:solidFill>
                  <a:schemeClr val="tx1"/>
                </a:solidFill>
              </a:rPr>
              <a:t>Eq</a:t>
            </a:r>
            <a:r>
              <a:rPr lang="en-US" sz="1600" dirty="0" smtClean="0">
                <a:solidFill>
                  <a:schemeClr val="tx1"/>
                </a:solidFill>
              </a:rPr>
              <a:t>&gt;</a:t>
            </a:r>
          </a:p>
          <a:p>
            <a:pPr lvl="2"/>
            <a:r>
              <a:rPr lang="en-US" dirty="0" smtClean="0">
                <a:solidFill>
                  <a:schemeClr val="tx1"/>
                </a:solidFill>
              </a:rPr>
              <a:t>		</a:t>
            </a:r>
            <a:r>
              <a:rPr lang="en-US" sz="1600" dirty="0" smtClean="0">
                <a:solidFill>
                  <a:schemeClr val="tx1"/>
                </a:solidFill>
              </a:rPr>
              <a:t>&lt;</a:t>
            </a:r>
            <a:r>
              <a:rPr lang="en-US" sz="1600" dirty="0" err="1" smtClean="0">
                <a:solidFill>
                  <a:schemeClr val="tx1"/>
                </a:solidFill>
              </a:rPr>
              <a:t>FieldRef</a:t>
            </a:r>
            <a:r>
              <a:rPr lang="en-US" sz="1600" dirty="0" smtClean="0">
                <a:solidFill>
                  <a:schemeClr val="tx1"/>
                </a:solidFill>
              </a:rPr>
              <a:t> Name=""Title"" /&gt;</a:t>
            </a:r>
          </a:p>
          <a:p>
            <a:pPr lvl="2"/>
            <a:r>
              <a:rPr lang="en-US" sz="1600" dirty="0" smtClean="0">
                <a:solidFill>
                  <a:schemeClr val="tx1"/>
                </a:solidFill>
              </a:rPr>
              <a:t>		&lt;Value Type=""Text""&gt;Simpson&lt;/Value&gt;</a:t>
            </a:r>
          </a:p>
          <a:p>
            <a:r>
              <a:rPr lang="en-US" sz="1600" dirty="0" smtClean="0">
                <a:solidFill>
                  <a:schemeClr val="tx1"/>
                </a:solidFill>
              </a:rPr>
              <a:t>		&lt;/</a:t>
            </a:r>
            <a:r>
              <a:rPr lang="en-US" sz="1600" dirty="0" err="1" smtClean="0">
                <a:solidFill>
                  <a:schemeClr val="tx1"/>
                </a:solidFill>
              </a:rPr>
              <a:t>Eq</a:t>
            </a:r>
            <a:r>
              <a:rPr lang="en-US" sz="1600" dirty="0" smtClean="0">
                <a:solidFill>
                  <a:schemeClr val="tx1"/>
                </a:solidFill>
              </a:rPr>
              <a:t>&gt;</a:t>
            </a:r>
          </a:p>
          <a:p>
            <a:r>
              <a:rPr lang="en-US" sz="1600" dirty="0" smtClean="0">
                <a:solidFill>
                  <a:schemeClr val="tx1"/>
                </a:solidFill>
              </a:rPr>
              <a:t>	&lt;/Where&gt;";</a:t>
            </a:r>
            <a:endParaRPr lang="de-AT" sz="1600" dirty="0">
              <a:solidFill>
                <a:schemeClr val="tx1"/>
              </a:solidFill>
            </a:endParaRPr>
          </a:p>
        </p:txBody>
      </p:sp>
      <p:sp>
        <p:nvSpPr>
          <p:cNvPr id="5" name="Rounded Rectangle 4"/>
          <p:cNvSpPr/>
          <p:nvPr/>
        </p:nvSpPr>
        <p:spPr>
          <a:xfrm>
            <a:off x="571472" y="5072074"/>
            <a:ext cx="8143932" cy="928694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600" dirty="0" smtClean="0">
                <a:solidFill>
                  <a:schemeClr val="tx1"/>
                </a:solidFill>
              </a:rPr>
              <a:t>//extract CAML of a </a:t>
            </a:r>
            <a:r>
              <a:rPr lang="en-US" sz="1600" dirty="0" err="1" smtClean="0">
                <a:solidFill>
                  <a:schemeClr val="tx1"/>
                </a:solidFill>
              </a:rPr>
              <a:t>SPView</a:t>
            </a:r>
            <a:r>
              <a:rPr lang="en-US" sz="1600" dirty="0" smtClean="0">
                <a:solidFill>
                  <a:schemeClr val="tx1"/>
                </a:solidFill>
              </a:rPr>
              <a:t> to Clipboard </a:t>
            </a:r>
          </a:p>
          <a:p>
            <a:r>
              <a:rPr lang="en-US" sz="1600" dirty="0" err="1" smtClean="0">
                <a:solidFill>
                  <a:schemeClr val="tx1"/>
                </a:solidFill>
              </a:rPr>
              <a:t>Clipboard.SetText</a:t>
            </a:r>
            <a:r>
              <a:rPr lang="en-US" sz="1600" dirty="0" smtClean="0">
                <a:solidFill>
                  <a:schemeClr val="tx1"/>
                </a:solidFill>
              </a:rPr>
              <a:t>(((</a:t>
            </a:r>
            <a:r>
              <a:rPr lang="en-US" sz="1600" dirty="0" err="1" smtClean="0">
                <a:solidFill>
                  <a:schemeClr val="tx1"/>
                </a:solidFill>
              </a:rPr>
              <a:t>SPView</a:t>
            </a:r>
            <a:r>
              <a:rPr lang="en-US" sz="1600" dirty="0" smtClean="0">
                <a:solidFill>
                  <a:schemeClr val="tx1"/>
                </a:solidFill>
              </a:rPr>
              <a:t>)</a:t>
            </a:r>
            <a:r>
              <a:rPr lang="en-US" sz="1600" dirty="0" err="1" smtClean="0">
                <a:solidFill>
                  <a:schemeClr val="tx1"/>
                </a:solidFill>
              </a:rPr>
              <a:t>cbViews.SelectedItem</a:t>
            </a:r>
            <a:r>
              <a:rPr lang="en-US" sz="1600" dirty="0" smtClean="0">
                <a:solidFill>
                  <a:schemeClr val="tx1"/>
                </a:solidFill>
              </a:rPr>
              <a:t>).Query);</a:t>
            </a:r>
            <a:endParaRPr lang="en-US" sz="1600" dirty="0">
              <a:solidFill>
                <a:schemeClr val="tx1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AT" dirty="0" smtClean="0"/>
              <a:t>Querying a list</a:t>
            </a:r>
            <a:endParaRPr lang="de-AT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endParaRPr lang="de-AT" dirty="0"/>
          </a:p>
        </p:txBody>
      </p:sp>
      <p:sp>
        <p:nvSpPr>
          <p:cNvPr id="4" name="Rounded Rectangle 3"/>
          <p:cNvSpPr/>
          <p:nvPr/>
        </p:nvSpPr>
        <p:spPr>
          <a:xfrm>
            <a:off x="642910" y="1714488"/>
            <a:ext cx="8072494" cy="4214842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de-AT" sz="1600" dirty="0" smtClean="0">
                <a:solidFill>
                  <a:schemeClr val="tx1"/>
                </a:solidFill>
              </a:rPr>
              <a:t>string </a:t>
            </a:r>
            <a:r>
              <a:rPr lang="en-US" sz="1600" dirty="0" err="1" smtClean="0">
                <a:solidFill>
                  <a:schemeClr val="tx1"/>
                </a:solidFill>
              </a:rPr>
              <a:t>camlQuery</a:t>
            </a:r>
            <a:r>
              <a:rPr lang="en-US" sz="1600" dirty="0" smtClean="0">
                <a:solidFill>
                  <a:schemeClr val="tx1"/>
                </a:solidFill>
              </a:rPr>
              <a:t> </a:t>
            </a:r>
            <a:r>
              <a:rPr lang="de-AT" sz="1600" dirty="0" smtClean="0">
                <a:solidFill>
                  <a:schemeClr val="tx1"/>
                </a:solidFill>
              </a:rPr>
              <a:t>= „....“;</a:t>
            </a:r>
          </a:p>
          <a:p>
            <a:r>
              <a:rPr lang="de-AT" sz="1600" dirty="0" smtClean="0">
                <a:solidFill>
                  <a:schemeClr val="tx1"/>
                </a:solidFill>
              </a:rPr>
              <a:t>               </a:t>
            </a:r>
          </a:p>
          <a:p>
            <a:r>
              <a:rPr lang="de-AT" sz="1600" dirty="0" smtClean="0">
                <a:solidFill>
                  <a:schemeClr val="tx1"/>
                </a:solidFill>
              </a:rPr>
              <a:t>SPSite col= new SPSite("http://chiron");</a:t>
            </a:r>
          </a:p>
          <a:p>
            <a:r>
              <a:rPr lang="de-AT" sz="1600" dirty="0" smtClean="0">
                <a:solidFill>
                  <a:schemeClr val="tx1"/>
                </a:solidFill>
              </a:rPr>
              <a:t>SPWeb sales_site = col.AllWebs[„Sales"];</a:t>
            </a:r>
          </a:p>
          <a:p>
            <a:r>
              <a:rPr lang="en-US" sz="1600" dirty="0" smtClean="0">
                <a:solidFill>
                  <a:schemeClr val="tx1"/>
                </a:solidFill>
              </a:rPr>
              <a:t>SPList list = </a:t>
            </a:r>
            <a:r>
              <a:rPr lang="de-AT" sz="1600" dirty="0" smtClean="0">
                <a:solidFill>
                  <a:schemeClr val="tx1"/>
                </a:solidFill>
              </a:rPr>
              <a:t>sales_site </a:t>
            </a:r>
            <a:r>
              <a:rPr lang="en-US" sz="1600" dirty="0" smtClean="0">
                <a:solidFill>
                  <a:schemeClr val="tx1"/>
                </a:solidFill>
              </a:rPr>
              <a:t>.Lists[“Orders"];</a:t>
            </a:r>
          </a:p>
          <a:p>
            <a:endParaRPr lang="de-AT" sz="1600" dirty="0" smtClean="0">
              <a:solidFill>
                <a:schemeClr val="tx1"/>
              </a:solidFill>
            </a:endParaRPr>
          </a:p>
          <a:p>
            <a:r>
              <a:rPr lang="de-AT" sz="1600" dirty="0" smtClean="0">
                <a:solidFill>
                  <a:schemeClr val="tx1"/>
                </a:solidFill>
              </a:rPr>
              <a:t>SPQuery query = new SPQuery();</a:t>
            </a:r>
          </a:p>
          <a:p>
            <a:r>
              <a:rPr lang="de-AT" sz="1600" dirty="0" smtClean="0">
                <a:solidFill>
                  <a:schemeClr val="tx1"/>
                </a:solidFill>
              </a:rPr>
              <a:t>query.Query = camlQuery;</a:t>
            </a:r>
          </a:p>
          <a:p>
            <a:r>
              <a:rPr lang="de-AT" sz="1600" dirty="0" smtClean="0">
                <a:solidFill>
                  <a:schemeClr val="tx1"/>
                </a:solidFill>
              </a:rPr>
              <a:t>SPListItemCollection items = list.GetItems(query);</a:t>
            </a:r>
          </a:p>
          <a:p>
            <a:endParaRPr lang="de-AT" sz="1600" dirty="0" smtClean="0">
              <a:solidFill>
                <a:schemeClr val="tx1"/>
              </a:solidFill>
            </a:endParaRPr>
          </a:p>
          <a:p>
            <a:r>
              <a:rPr lang="en-US" sz="1600" dirty="0" smtClean="0">
                <a:solidFill>
                  <a:schemeClr val="tx1"/>
                </a:solidFill>
              </a:rPr>
              <a:t>foreach (SPListItem item in filteredItems)</a:t>
            </a:r>
          </a:p>
          <a:p>
            <a:r>
              <a:rPr lang="de-AT" sz="1600" dirty="0" smtClean="0">
                <a:solidFill>
                  <a:schemeClr val="tx1"/>
                </a:solidFill>
              </a:rPr>
              <a:t>{</a:t>
            </a:r>
          </a:p>
          <a:p>
            <a:r>
              <a:rPr lang="en-US" sz="1600" dirty="0" smtClean="0">
                <a:solidFill>
                  <a:schemeClr val="tx1"/>
                </a:solidFill>
              </a:rPr>
              <a:t>    </a:t>
            </a:r>
            <a:r>
              <a:rPr lang="en-US" sz="1600" dirty="0" err="1" smtClean="0">
                <a:solidFill>
                  <a:schemeClr val="tx1"/>
                </a:solidFill>
              </a:rPr>
              <a:t>Console.WriteLine</a:t>
            </a:r>
            <a:r>
              <a:rPr lang="en-US" sz="1600" dirty="0" smtClean="0">
                <a:solidFill>
                  <a:schemeClr val="tx1"/>
                </a:solidFill>
              </a:rPr>
              <a:t>("Found item: {0} {1}", </a:t>
            </a:r>
            <a:r>
              <a:rPr lang="de-AT" sz="1600" dirty="0" smtClean="0">
                <a:solidFill>
                  <a:schemeClr val="tx1"/>
                </a:solidFill>
              </a:rPr>
              <a:t>item["Name"], item["Modified"]);</a:t>
            </a:r>
          </a:p>
          <a:p>
            <a:r>
              <a:rPr lang="de-AT" sz="1600" dirty="0" smtClean="0">
                <a:solidFill>
                  <a:schemeClr val="tx1"/>
                </a:solidFill>
              </a:rPr>
              <a:t>}</a:t>
            </a:r>
            <a:endParaRPr lang="de-AT" sz="1600" dirty="0">
              <a:solidFill>
                <a:schemeClr val="tx1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de-AT" dirty="0" smtClean="0"/>
              <a:t>Executing a simple CAML-Query</a:t>
            </a:r>
            <a:endParaRPr lang="de-AT" dirty="0"/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AT" dirty="0" smtClean="0"/>
              <a:t>Demo</a:t>
            </a:r>
            <a:endParaRPr lang="de-AT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 Placeholder 7"/>
          <p:cNvSpPr>
            <a:spLocks noGrp="1"/>
          </p:cNvSpPr>
          <p:nvPr>
            <p:ph type="body" idx="1"/>
          </p:nvPr>
        </p:nvSpPr>
        <p:spPr>
          <a:xfrm>
            <a:off x="1357291" y="2743201"/>
            <a:ext cx="6715172" cy="900114"/>
          </a:xfrm>
        </p:spPr>
        <p:txBody>
          <a:bodyPr>
            <a:normAutofit/>
          </a:bodyPr>
          <a:lstStyle/>
          <a:p>
            <a:r>
              <a:rPr lang="de-AT" sz="2400" b="1" cap="small" dirty="0" smtClean="0"/>
              <a:t>ALEXANDER.PAJER@INTEGRATIONS.AT</a:t>
            </a:r>
            <a:endParaRPr lang="de-AT" sz="2400" b="1" cap="small" dirty="0"/>
          </a:p>
        </p:txBody>
      </p:sp>
      <p:sp>
        <p:nvSpPr>
          <p:cNvPr id="7" name="Title 6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AT" dirty="0" smtClean="0"/>
              <a:t>THANK YOU!!</a:t>
            </a:r>
            <a:endParaRPr lang="de-AT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_rels/them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Integrations">
  <a:themeElements>
    <a:clrScheme name="Median">
      <a:dk1>
        <a:sysClr val="windowText" lastClr="000000"/>
      </a:dk1>
      <a:lt1>
        <a:sysClr val="window" lastClr="FFFFFF"/>
      </a:lt1>
      <a:dk2>
        <a:srgbClr val="775F55"/>
      </a:dk2>
      <a:lt2>
        <a:srgbClr val="EBDDC3"/>
      </a:lt2>
      <a:accent1>
        <a:srgbClr val="94B6D2"/>
      </a:accent1>
      <a:accent2>
        <a:srgbClr val="DD8047"/>
      </a:accent2>
      <a:accent3>
        <a:srgbClr val="A5AB81"/>
      </a:accent3>
      <a:accent4>
        <a:srgbClr val="D8B25C"/>
      </a:accent4>
      <a:accent5>
        <a:srgbClr val="7BA79D"/>
      </a:accent5>
      <a:accent6>
        <a:srgbClr val="968C8C"/>
      </a:accent6>
      <a:hlink>
        <a:srgbClr val="F7B615"/>
      </a:hlink>
      <a:folHlink>
        <a:srgbClr val="704404"/>
      </a:folHlink>
    </a:clrScheme>
    <a:fontScheme name="Median">
      <a:majorFont>
        <a:latin typeface="Tw Cen MT"/>
        <a:ea typeface=""/>
        <a:cs typeface=""/>
        <a:font script="Grek" typeface="Calibri"/>
        <a:font script="Cyrl" typeface="Calibri"/>
        <a:font script="Jpan" typeface="HGPｺﾞｼｯｸE"/>
        <a:font script="Hang" typeface="HY얕은샘물M"/>
        <a:font script="Hans" typeface="华文仿宋"/>
        <a:font script="Hant" typeface="微軟正黑體"/>
        <a:font script="Arab" typeface="Arial"/>
        <a:font script="Hebr" typeface="Levenim MT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</a:majorFont>
      <a:minorFont>
        <a:latin typeface="Tw Cen MT"/>
        <a:ea typeface=""/>
        <a:cs typeface=""/>
        <a:font script="Grek" typeface="Calibri"/>
        <a:font script="Cyrl" typeface="Calibri"/>
        <a:font script="Jpan" typeface="HGPｺﾞｼｯｸE"/>
        <a:font script="Hang" typeface="HY얕은샘물M"/>
        <a:font script="Hans" typeface="华文仿宋"/>
        <a:font script="Hant" typeface="微軟正黑體"/>
        <a:font script="Arab" typeface="Arial"/>
        <a:font script="Hebr" typeface="Levenim MT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</a:minorFont>
    </a:fontScheme>
    <a:fmtScheme name="Median">
      <a:fillStyleLst>
        <a:solidFill>
          <a:schemeClr val="phClr"/>
        </a:solidFill>
        <a:solidFill>
          <a:schemeClr val="phClr">
            <a:tint val="50000"/>
          </a:schemeClr>
        </a:solidFill>
        <a:solidFill>
          <a:schemeClr val="phClr"/>
        </a:solidFill>
      </a:fillStyleLst>
      <a:lnStyleLst>
        <a:ln w="100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  <a:ln w="47625" cap="flat" cmpd="dbl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38100" dist="300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38100" dist="300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  <a:scene3d>
            <a:camera prst="isometricTopDown" fov="0">
              <a:rot lat="0" lon="0" rev="0"/>
            </a:camera>
            <a:lightRig rig="balanced" dir="t">
              <a:rot lat="0" lon="0" rev="13800000"/>
            </a:lightRig>
          </a:scene3d>
          <a:sp3d extrusionH="12700" prstMaterial="plastic">
            <a:bevelT w="38100" h="25400" prst="softRound"/>
            <a:contourClr>
              <a:schemeClr val="phClr"/>
            </a:contourClr>
          </a:sp3d>
        </a:effectStyle>
      </a:effectStyleLst>
      <a:bgFillStyleLst>
        <a:solidFill>
          <a:schemeClr val="phClr"/>
        </a:solidFill>
        <a:blipFill>
          <a:blip xmlns:r="http://schemas.openxmlformats.org/officeDocument/2006/relationships" r:embed="rId1">
            <a:duotone>
              <a:schemeClr val="phClr">
                <a:shade val="90000"/>
                <a:satMod val="140000"/>
              </a:schemeClr>
              <a:schemeClr val="phClr">
                <a:satMod val="120000"/>
              </a:schemeClr>
            </a:duotone>
          </a:blip>
          <a:tile tx="0" ty="0" sx="100000" sy="100000" flip="none" algn="tl"/>
        </a:blipFill>
        <a:blipFill>
          <a:blip xmlns:r="http://schemas.openxmlformats.org/officeDocument/2006/relationships" r:embed="rId2">
            <a:duotone>
              <a:schemeClr val="phClr">
                <a:shade val="90000"/>
                <a:satMod val="140000"/>
              </a:schemeClr>
              <a:schemeClr val="phClr">
                <a:satMod val="120000"/>
              </a:schemeClr>
            </a:duotone>
          </a:blip>
          <a:tile tx="0" ty="0" sx="100000" sy="100000" flip="none" algn="tl"/>
        </a:blipFill>
      </a:bgFillStyleLst>
    </a:fmtScheme>
  </a:themeElements>
  <a:objectDefaults>
    <a:txDef>
      <a:spPr>
        <a:noFill/>
      </a:spPr>
      <a:bodyPr wrap="none" rtlCol="0">
        <a:spAutoFit/>
      </a:bodyPr>
      <a:lstStyle>
        <a:defPPr>
          <a:buFont typeface="Arial" pitchFamily="34" charset="0"/>
          <a:buChar char="•"/>
          <a:defRPr dirty="0" smtClean="0">
            <a:solidFill>
              <a:schemeClr val="bg1"/>
            </a:solidFill>
          </a:defRPr>
        </a:defPPr>
      </a:lstStyle>
    </a:tx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ListForm</Display>
  <Edit>ListForm</Edit>
  <New>ListForm</New>
</FormTemplates>
</file>

<file path=customXml/item2.xml><?xml version="1.0" encoding="utf-8"?>
<p:properties xmlns:p="http://schemas.microsoft.com/office/2006/metadata/properties" xmlns:xsi="http://www.w3.org/2001/XMLSchema-instance">
  <documentManagement/>
</p:properti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Folder" ma:contentTypeID="0x012000D97F050F13A0BA458AD23DA344BCDFAE" ma:contentTypeVersion="0" ma:contentTypeDescription="Create a new folder." ma:contentTypeScope="" ma:versionID="550c1da0f5d4b2f3c22470012683d4b5">
  <xsd:schema xmlns:xsd="http://www.w3.org/2001/XMLSchema" xmlns:p="http://schemas.microsoft.com/office/2006/metadata/properties" targetNamespace="http://schemas.microsoft.com/office/2006/metadata/properties" ma:root="true" ma:fieldsID="d275e67360629ab4e5a555c8847cde94">
    <xsd:element name="properties">
      <xsd:complexType>
        <xsd:sequence>
          <xsd:element name="documentManagement">
            <xsd:complexType>
              <xsd:all/>
            </xsd:complexType>
          </xsd:element>
        </xsd:sequence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office/internal/2005/internalDocumentation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 ma:readOnly="true"/>
        <xsd:element ref="dc:title" minOccurs="0" maxOccurs="1" ma:index="1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lastPrinted" minOccurs="0" maxOccurs="1" type="xsd:dateTime"/>
        <xsd:element name="contentStatus" minOccurs="0" maxOccurs="1" type="xsd:string"/>
      </xsd:all>
    </xsd:complexType>
  </xsd:schema>
</ct:contentTypeSchema>
</file>

<file path=customXml/itemProps1.xml><?xml version="1.0" encoding="utf-8"?>
<ds:datastoreItem xmlns:ds="http://schemas.openxmlformats.org/officeDocument/2006/customXml" ds:itemID="{C168F8D2-B117-4685-B314-6E16B8B9E15D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CCFFDFF7-5F17-4289-BB00-C806C2DDB0B9}">
  <ds:schemaRefs>
    <ds:schemaRef ds:uri="http://schemas.microsoft.com/office/2006/metadata/properties"/>
  </ds:schemaRefs>
</ds:datastoreItem>
</file>

<file path=customXml/itemProps3.xml><?xml version="1.0" encoding="utf-8"?>
<ds:datastoreItem xmlns:ds="http://schemas.openxmlformats.org/officeDocument/2006/customXml" ds:itemID="{57A3F87F-CCA7-4A3D-823B-D478DAAF7E6D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openxmlformats.org/package/2006/metadata/core-properties"/>
    <ds:schemaRef ds:uri="http://purl.org/dc/elements/1.1/"/>
    <ds:schemaRef ds:uri="http://purl.org/dc/terms/"/>
    <ds:schemaRef ds:uri="http://schemas.microsoft.com/office/internal/2005/internalDocumentation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Integrations</Template>
  <TotalTime>506</TotalTime>
  <Words>1916</Words>
  <Application>Microsoft Office PowerPoint</Application>
  <PresentationFormat>On-screen Show (4:3)</PresentationFormat>
  <Paragraphs>461</Paragraphs>
  <Slides>53</Slides>
  <Notes>2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53</vt:i4>
      </vt:variant>
    </vt:vector>
  </HeadingPairs>
  <TitlesOfParts>
    <vt:vector size="54" baseType="lpstr">
      <vt:lpstr>Integrations</vt:lpstr>
      <vt:lpstr>SharePoint 2007 Using the Object Model</vt:lpstr>
      <vt:lpstr>Agenda</vt:lpstr>
      <vt:lpstr>SharePoint Namespaces</vt:lpstr>
      <vt:lpstr>SharePoint Namspaces</vt:lpstr>
      <vt:lpstr>Use Cases for the Object Model</vt:lpstr>
      <vt:lpstr>Microsoft.SharePoint</vt:lpstr>
      <vt:lpstr>SPSite Class</vt:lpstr>
      <vt:lpstr>SPSite Code Samples</vt:lpstr>
      <vt:lpstr>SPWeb Class</vt:lpstr>
      <vt:lpstr>SPWeb Code Samples</vt:lpstr>
      <vt:lpstr>Creating a Site using code</vt:lpstr>
      <vt:lpstr>SPContext Class</vt:lpstr>
      <vt:lpstr>Lab</vt:lpstr>
      <vt:lpstr>Managing Lists</vt:lpstr>
      <vt:lpstr>List Basics</vt:lpstr>
      <vt:lpstr>SPList Class</vt:lpstr>
      <vt:lpstr>SPListItem Class</vt:lpstr>
      <vt:lpstr>Creating a new List</vt:lpstr>
      <vt:lpstr>Adding an item to a list</vt:lpstr>
      <vt:lpstr>Demo</vt:lpstr>
      <vt:lpstr>Managing Document Libraries</vt:lpstr>
      <vt:lpstr>Document Library Basics</vt:lpstr>
      <vt:lpstr>Document Storage in SharePoint</vt:lpstr>
      <vt:lpstr>SPFolder Class</vt:lpstr>
      <vt:lpstr>SPFile Class</vt:lpstr>
      <vt:lpstr>Uploading a File</vt:lpstr>
      <vt:lpstr>Change the Check-In-State</vt:lpstr>
      <vt:lpstr>Accessing File Versions</vt:lpstr>
      <vt:lpstr>Demo</vt:lpstr>
      <vt:lpstr>Managing Content Types</vt:lpstr>
      <vt:lpstr>Content Type Basics</vt:lpstr>
      <vt:lpstr>Adding a new Site Column</vt:lpstr>
      <vt:lpstr>Create a Content Type using Code</vt:lpstr>
      <vt:lpstr>Bind / Unbind a CT to a list</vt:lpstr>
      <vt:lpstr>Demo</vt:lpstr>
      <vt:lpstr>Managing Lookups</vt:lpstr>
      <vt:lpstr>Retrieve Lookup Values</vt:lpstr>
      <vt:lpstr>Retrieve Lookup Values</vt:lpstr>
      <vt:lpstr>Using Enterprise Search</vt:lpstr>
      <vt:lpstr>Types of Content Sources</vt:lpstr>
      <vt:lpstr>Common Classes used with Search</vt:lpstr>
      <vt:lpstr>Setting the Search Context</vt:lpstr>
      <vt:lpstr>Adding a ContenSource</vt:lpstr>
      <vt:lpstr>Create a Search Scope</vt:lpstr>
      <vt:lpstr>Adding Rules to Scope</vt:lpstr>
      <vt:lpstr>Execute Search</vt:lpstr>
      <vt:lpstr>Demo</vt:lpstr>
      <vt:lpstr>Execute CAML Queries</vt:lpstr>
      <vt:lpstr>CAML</vt:lpstr>
      <vt:lpstr>A simple CAML-Query</vt:lpstr>
      <vt:lpstr>Querying a list</vt:lpstr>
      <vt:lpstr>Demo</vt:lpstr>
      <vt:lpstr>THANK YOU!!</vt:lpstr>
    </vt:vector>
  </TitlesOfParts>
  <Company>Integrations</Company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MDX Basics</dc:title>
  <dc:creator>Alexander Pajer</dc:creator>
  <cp:lastModifiedBy>Training</cp:lastModifiedBy>
  <cp:revision>456</cp:revision>
  <dcterms:created xsi:type="dcterms:W3CDTF">2007-06-01T19:59:47Z</dcterms:created>
  <dcterms:modified xsi:type="dcterms:W3CDTF">2009-04-28T10:37:12Z</dcterms:modified>
  <cp:contentType>Folder</cp:contentType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0x012000D97F050F13A0BA458AD23DA344BCDFAE</vt:lpwstr>
  </property>
</Properties>
</file>